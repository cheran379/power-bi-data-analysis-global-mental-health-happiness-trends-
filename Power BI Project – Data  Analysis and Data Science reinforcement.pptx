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72" r:id="rId4"/>
  </p:sldMasterIdLst>
  <p:notesMasterIdLst>
    <p:notesMasterId r:id="rId14"/>
  </p:notesMasterIdLst>
  <p:handoutMasterIdLst>
    <p:handoutMasterId r:id="rId15"/>
  </p:handoutMasterIdLst>
  <p:sldIdLst>
    <p:sldId id="256" r:id="rId5"/>
    <p:sldId id="267" r:id="rId6"/>
    <p:sldId id="269" r:id="rId7"/>
    <p:sldId id="270" r:id="rId8"/>
    <p:sldId id="271" r:id="rId9"/>
    <p:sldId id="272" r:id="rId10"/>
    <p:sldId id="273" r:id="rId11"/>
    <p:sldId id="274" r:id="rId12"/>
    <p:sldId id="275"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E3E3E"/>
    <a:srgbClr val="6D0000"/>
  </p:clrMru>
  <p:extLst>
    <p:ext uri="{E76CE94A-603C-4142-B9EB-6D1370010A27}">
      <p14:discardImageEditData xmlns:p14="http://schemas.microsoft.com/office/powerpoint/2010/main" val="0"/>
    </p:ext>
    <p:ext uri="{D31A062A-798A-4329-ABDD-BBA856620510}">
      <p14:defaultImageDpi xmlns:p14="http://schemas.microsoft.com/office/powerpoint/2010/main" val="96"/>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9C7853C-536D-4A76-A0AE-DD22124D55A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84328" autoAdjust="0"/>
  </p:normalViewPr>
  <p:slideViewPr>
    <p:cSldViewPr snapToGrid="0">
      <p:cViewPr varScale="1">
        <p:scale>
          <a:sx n="87" d="100"/>
          <a:sy n="87" d="100"/>
        </p:scale>
        <p:origin x="528" y="58"/>
      </p:cViewPr>
      <p:guideLst/>
    </p:cSldViewPr>
  </p:slideViewPr>
  <p:notesTextViewPr>
    <p:cViewPr>
      <p:scale>
        <a:sx n="1" d="1"/>
        <a:sy n="1" d="1"/>
      </p:scale>
      <p:origin x="0" y="0"/>
    </p:cViewPr>
  </p:notesTextViewPr>
  <p:notesViewPr>
    <p:cSldViewPr snapToGrid="0">
      <p:cViewPr varScale="1">
        <p:scale>
          <a:sx n="60" d="100"/>
          <a:sy n="60" d="100"/>
        </p:scale>
        <p:origin x="2424"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3EDD3B8-5E68-48E9-AAB1-5DE570C28ED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4A897E35-4312-4077-83D3-69953080BC2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E836F02-AF67-416B-AB85-08CFF698F86D}" type="datetimeFigureOut">
              <a:rPr lang="en-US" smtClean="0"/>
              <a:t>6/15/2025</a:t>
            </a:fld>
            <a:endParaRPr lang="en-US" dirty="0"/>
          </a:p>
        </p:txBody>
      </p:sp>
      <p:sp>
        <p:nvSpPr>
          <p:cNvPr id="4" name="Footer Placeholder 3">
            <a:extLst>
              <a:ext uri="{FF2B5EF4-FFF2-40B4-BE49-F238E27FC236}">
                <a16:creationId xmlns:a16="http://schemas.microsoft.com/office/drawing/2014/main" id="{75853C52-2B92-4B9E-86F4-DB78684BEC8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D20E0EA4-BAD2-4335-9446-CA4CCFEC14A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D65BC62-3B36-43F8-8B69-D6E5E743DA31}" type="slidenum">
              <a:rPr lang="en-US" smtClean="0"/>
              <a:t>‹#›</a:t>
            </a:fld>
            <a:endParaRPr lang="en-US" dirty="0"/>
          </a:p>
        </p:txBody>
      </p:sp>
    </p:spTree>
    <p:extLst>
      <p:ext uri="{BB962C8B-B14F-4D97-AF65-F5344CB8AC3E}">
        <p14:creationId xmlns:p14="http://schemas.microsoft.com/office/powerpoint/2010/main" val="331651848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B7E8F0-931C-4E43-98D1-A3CD0E0034DC}" type="datetimeFigureOut">
              <a:rPr lang="en-US" smtClean="0"/>
              <a:t>6/15/2025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6AEB063-7F11-4E3B-BA52-07405B1C2D95}" type="slidenum">
              <a:rPr lang="en-US" smtClean="0"/>
              <a:t>‹#›</a:t>
            </a:fld>
            <a:endParaRPr lang="en-US" dirty="0"/>
          </a:p>
        </p:txBody>
      </p:sp>
    </p:spTree>
    <p:extLst>
      <p:ext uri="{BB962C8B-B14F-4D97-AF65-F5344CB8AC3E}">
        <p14:creationId xmlns:p14="http://schemas.microsoft.com/office/powerpoint/2010/main" val="18629302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latin typeface="Tahoma" panose="020B0604030504040204" pitchFamily="34" charset="0"/>
                <a:ea typeface="Tahoma" panose="020B0604030504040204" pitchFamily="34" charset="0"/>
                <a:cs typeface="Tahoma" panose="020B0604030504040204" pitchFamily="34" charset="0"/>
              </a:rPr>
              <a:t>Be specific and direct in the title. Use the subtitle to give the specific context of the speech.</a:t>
            </a:r>
          </a:p>
          <a:p>
            <a:r>
              <a:rPr lang="en-US" sz="1200" dirty="0">
                <a:latin typeface="Tahoma" panose="020B0604030504040204" pitchFamily="34" charset="0"/>
                <a:ea typeface="Tahoma" panose="020B0604030504040204" pitchFamily="34" charset="0"/>
                <a:cs typeface="Tahoma" panose="020B0604030504040204" pitchFamily="34" charset="0"/>
              </a:rPr>
              <a:t>-The goal should be to capture the audience’s attention which can be done with a quote, a startling statistic, or fact.  It is not necessary to include this attention getter on the slide.</a:t>
            </a:r>
            <a:endParaRPr lang="en-US" dirty="0"/>
          </a:p>
        </p:txBody>
      </p:sp>
      <p:sp>
        <p:nvSpPr>
          <p:cNvPr id="4" name="Slide Number Placeholder 3"/>
          <p:cNvSpPr>
            <a:spLocks noGrp="1"/>
          </p:cNvSpPr>
          <p:nvPr>
            <p:ph type="sldNum" sz="quarter" idx="10"/>
          </p:nvPr>
        </p:nvSpPr>
        <p:spPr/>
        <p:txBody>
          <a:bodyPr/>
          <a:lstStyle/>
          <a:p>
            <a:fld id="{E6AEB063-7F11-4E3B-BA52-07405B1C2D95}" type="slidenum">
              <a:rPr lang="en-US" smtClean="0"/>
              <a:t>1</a:t>
            </a:fld>
            <a:endParaRPr lang="en-US" dirty="0"/>
          </a:p>
        </p:txBody>
      </p:sp>
    </p:spTree>
    <p:extLst>
      <p:ext uri="{BB962C8B-B14F-4D97-AF65-F5344CB8AC3E}">
        <p14:creationId xmlns:p14="http://schemas.microsoft.com/office/powerpoint/2010/main" val="32054555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Tahoma" panose="020B0604030504040204" pitchFamily="34" charset="0"/>
                <a:ea typeface="Tahoma" panose="020B0604030504040204" pitchFamily="34" charset="0"/>
                <a:cs typeface="Tahoma" panose="020B0604030504040204" pitchFamily="34" charset="0"/>
              </a:rPr>
              <a:t>The counterargument should be the most common argument against the topic.  The goal for this slide is to address the counterargument in such a way as to actually strengthen the original topic.  Be sure to address each piece of evidence against the topic.  As you address each piece of evidence elaborate on the text found on the slide.  Remember to transition to the final slide, the action step.</a:t>
            </a:r>
          </a:p>
          <a:p>
            <a:endParaRPr lang="en-US" dirty="0"/>
          </a:p>
        </p:txBody>
      </p:sp>
      <p:sp>
        <p:nvSpPr>
          <p:cNvPr id="4" name="Slide Number Placeholder 3"/>
          <p:cNvSpPr>
            <a:spLocks noGrp="1"/>
          </p:cNvSpPr>
          <p:nvPr>
            <p:ph type="sldNum" sz="quarter" idx="10"/>
          </p:nvPr>
        </p:nvSpPr>
        <p:spPr/>
        <p:txBody>
          <a:bodyPr/>
          <a:lstStyle/>
          <a:p>
            <a:fld id="{E6AEB063-7F11-4E3B-BA52-07405B1C2D95}" type="slidenum">
              <a:rPr lang="en-US" smtClean="0"/>
              <a:t>2</a:t>
            </a:fld>
            <a:endParaRPr lang="en-US" dirty="0"/>
          </a:p>
        </p:txBody>
      </p:sp>
    </p:spTree>
    <p:extLst>
      <p:ext uri="{BB962C8B-B14F-4D97-AF65-F5344CB8AC3E}">
        <p14:creationId xmlns:p14="http://schemas.microsoft.com/office/powerpoint/2010/main" val="37305417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Tahoma" panose="020B0604030504040204" pitchFamily="34" charset="0"/>
                <a:ea typeface="Tahoma" panose="020B0604030504040204" pitchFamily="34" charset="0"/>
                <a:cs typeface="Tahoma" panose="020B0604030504040204" pitchFamily="34" charset="0"/>
              </a:rPr>
              <a:t>The counterargument should be the most common argument against the topic.  The goal for this slide is to address the counterargument in such a way as to actually strengthen the original topic.  Be sure to address each piece of evidence against the topic.  As you address each piece of evidence elaborate on the text found on the slide.  Remember to transition to the final slide, the action step.</a:t>
            </a:r>
          </a:p>
          <a:p>
            <a:endParaRPr lang="en-US" dirty="0"/>
          </a:p>
        </p:txBody>
      </p:sp>
      <p:sp>
        <p:nvSpPr>
          <p:cNvPr id="4" name="Slide Number Placeholder 3"/>
          <p:cNvSpPr>
            <a:spLocks noGrp="1"/>
          </p:cNvSpPr>
          <p:nvPr>
            <p:ph type="sldNum" sz="quarter" idx="10"/>
          </p:nvPr>
        </p:nvSpPr>
        <p:spPr/>
        <p:txBody>
          <a:bodyPr/>
          <a:lstStyle/>
          <a:p>
            <a:fld id="{E6AEB063-7F11-4E3B-BA52-07405B1C2D95}" type="slidenum">
              <a:rPr lang="en-US" smtClean="0"/>
              <a:t>3</a:t>
            </a:fld>
            <a:endParaRPr lang="en-US" dirty="0"/>
          </a:p>
        </p:txBody>
      </p:sp>
    </p:spTree>
    <p:extLst>
      <p:ext uri="{BB962C8B-B14F-4D97-AF65-F5344CB8AC3E}">
        <p14:creationId xmlns:p14="http://schemas.microsoft.com/office/powerpoint/2010/main" val="38822827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381388F-6D01-4763-9497-2C5F78AF5477}"/>
              </a:ext>
            </a:extLst>
          </p:cNvPr>
          <p:cNvSpPr/>
          <p:nvPr userDrawn="1"/>
        </p:nvSpPr>
        <p:spPr>
          <a:xfrm>
            <a:off x="0" y="4818185"/>
            <a:ext cx="12192000" cy="20398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Freeform 6"/>
          <p:cNvSpPr/>
          <p:nvPr/>
        </p:nvSpPr>
        <p:spPr bwMode="ltGray">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innerShdw blurRad="63500" dist="50800" dir="5400000">
              <a:prstClr val="black">
                <a:alpha val="50000"/>
              </a:prstClr>
            </a:innerShdw>
          </a:effectLst>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810001" y="1449147"/>
            <a:ext cx="10572000" cy="2971051"/>
          </a:xfrm>
        </p:spPr>
        <p:txBody>
          <a:bodyPr/>
          <a:lstStyle>
            <a:lvl1pPr algn="ctr">
              <a:defRPr sz="5400" b="0"/>
            </a:lvl1pPr>
          </a:lstStyle>
          <a:p>
            <a:r>
              <a:rPr lang="en-US" noProof="0" smtClean="0"/>
              <a:t>Click to edit Master title style</a:t>
            </a:r>
            <a:endParaRPr lang="en-US" noProof="0"/>
          </a:p>
        </p:txBody>
      </p:sp>
      <p:sp>
        <p:nvSpPr>
          <p:cNvPr id="3" name="Subtitle 2"/>
          <p:cNvSpPr>
            <a:spLocks noGrp="1"/>
          </p:cNvSpPr>
          <p:nvPr>
            <p:ph type="subTitle" idx="1"/>
          </p:nvPr>
        </p:nvSpPr>
        <p:spPr>
          <a:xfrm>
            <a:off x="810001" y="5280847"/>
            <a:ext cx="10572000" cy="434974"/>
          </a:xfrm>
        </p:spPr>
        <p:txBody>
          <a:bodyPr anchor="t">
            <a:noAutofit/>
          </a:bodyPr>
          <a:lstStyle>
            <a:lvl1pPr marL="0" indent="0" algn="ctr">
              <a:buNone/>
              <a:defRPr sz="24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smtClean="0"/>
              <a:t>Click to edit Master subtitle style</a:t>
            </a:r>
            <a:endParaRPr lang="en-US" noProof="0"/>
          </a:p>
        </p:txBody>
      </p:sp>
      <p:sp>
        <p:nvSpPr>
          <p:cNvPr id="4" name="Date Placeholder 3"/>
          <p:cNvSpPr>
            <a:spLocks noGrp="1"/>
          </p:cNvSpPr>
          <p:nvPr>
            <p:ph type="dt" sz="half" idx="10"/>
          </p:nvPr>
        </p:nvSpPr>
        <p:spPr/>
        <p:txBody>
          <a:bodyPr/>
          <a:lstStyle/>
          <a:p>
            <a:fld id="{FB7F6C47-B260-4BB6-8230-7D14D5CDE026}" type="datetimeFigureOut">
              <a:rPr lang="en-US" noProof="0" smtClean="0"/>
              <a:t>6/15/2025</a:t>
            </a:fld>
            <a:endParaRPr lang="en-US" noProof="0" dirty="0"/>
          </a:p>
        </p:txBody>
      </p:sp>
      <p:sp>
        <p:nvSpPr>
          <p:cNvPr id="5" name="Footer Placeholder 4"/>
          <p:cNvSpPr>
            <a:spLocks noGrp="1"/>
          </p:cNvSpPr>
          <p:nvPr>
            <p:ph type="ftr" sz="quarter" idx="11"/>
          </p:nvPr>
        </p:nvSpPr>
        <p:spPr/>
        <p:txBody>
          <a:bodyPr/>
          <a:lstStyle/>
          <a:p>
            <a:r>
              <a:rPr lang="en-US" noProof="0" dirty="0"/>
              <a:t>Add a footer </a:t>
            </a:r>
          </a:p>
        </p:txBody>
      </p:sp>
      <p:sp>
        <p:nvSpPr>
          <p:cNvPr id="6" name="Slide Number Placeholder 5"/>
          <p:cNvSpPr>
            <a:spLocks noGrp="1"/>
          </p:cNvSpPr>
          <p:nvPr>
            <p:ph type="sldNum" sz="quarter" idx="12"/>
          </p:nvPr>
        </p:nvSpPr>
        <p:spPr/>
        <p:txBody>
          <a:bodyPr/>
          <a:lstStyle/>
          <a:p>
            <a:fld id="{A4942799-31AF-4FF8-9D79-C1A3E01FB207}" type="slidenum">
              <a:rPr lang="en-US" noProof="0" smtClean="0"/>
              <a:t>‹#›</a:t>
            </a:fld>
            <a:endParaRPr lang="en-US" noProof="0" dirty="0"/>
          </a:p>
        </p:txBody>
      </p:sp>
    </p:spTree>
    <p:extLst>
      <p:ext uri="{BB962C8B-B14F-4D97-AF65-F5344CB8AC3E}">
        <p14:creationId xmlns:p14="http://schemas.microsoft.com/office/powerpoint/2010/main" val="27743267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Freeform 6"/>
          <p:cNvSpPr/>
          <p:nvPr/>
        </p:nvSpPr>
        <p:spPr bwMode="ltGray">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5400000">
              <a:prstClr val="black">
                <a:alpha val="50000"/>
              </a:prstClr>
            </a:innerShdw>
          </a:effectLst>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nchor="ctr" anchorCtr="0"/>
          <a:lstStyle>
            <a:lvl1pPr>
              <a:defRPr b="0"/>
            </a:lvl1pPr>
          </a:lstStyle>
          <a:p>
            <a:r>
              <a:rPr lang="en-US" smtClean="0"/>
              <a:t>Click to edit Master title style</a:t>
            </a:r>
            <a:endParaRPr lang="en-US" dirty="0"/>
          </a:p>
        </p:txBody>
      </p:sp>
      <p:sp>
        <p:nvSpPr>
          <p:cNvPr id="4" name="Content Placeholder 3"/>
          <p:cNvSpPr>
            <a:spLocks noGrp="1"/>
          </p:cNvSpPr>
          <p:nvPr>
            <p:ph sz="half" idx="2"/>
          </p:nvPr>
        </p:nvSpPr>
        <p:spPr>
          <a:xfrm>
            <a:off x="6187415" y="2222287"/>
            <a:ext cx="5194583" cy="3638764"/>
          </a:xfrm>
          <a:noFill/>
          <a:ln w="25400">
            <a:gradFill>
              <a:gsLst>
                <a:gs pos="50000">
                  <a:schemeClr val="bg2"/>
                </a:gs>
                <a:gs pos="0">
                  <a:schemeClr val="bg2"/>
                </a:gs>
                <a:gs pos="100000">
                  <a:schemeClr val="accent1"/>
                </a:gs>
              </a:gsLst>
              <a:lin ang="5400000" scaled="1"/>
            </a:gradFill>
          </a:ln>
          <a:effectLst>
            <a:outerShdw blurRad="63500" sx="102000" sy="102000" algn="ctr" rotWithShape="0">
              <a:prstClr val="black">
                <a:alpha val="40000"/>
              </a:prstClr>
            </a:outerShdw>
          </a:effectLst>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9" name="Content Placeholder 2">
            <a:extLst>
              <a:ext uri="{FF2B5EF4-FFF2-40B4-BE49-F238E27FC236}">
                <a16:creationId xmlns:a16="http://schemas.microsoft.com/office/drawing/2014/main" id="{2A4059F8-A688-4FFE-AA79-3B6D811FA987}"/>
              </a:ext>
            </a:extLst>
          </p:cNvPr>
          <p:cNvSpPr>
            <a:spLocks noGrp="1"/>
          </p:cNvSpPr>
          <p:nvPr>
            <p:ph sz="half" idx="1"/>
          </p:nvPr>
        </p:nvSpPr>
        <p:spPr>
          <a:xfrm>
            <a:off x="838200" y="2222287"/>
            <a:ext cx="5181600" cy="363876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3" name="Date Placeholder 2">
            <a:extLst>
              <a:ext uri="{FF2B5EF4-FFF2-40B4-BE49-F238E27FC236}">
                <a16:creationId xmlns:a16="http://schemas.microsoft.com/office/drawing/2014/main" id="{FC3AB4A3-AE75-4D00-9BE1-AF3996C6B77E}"/>
              </a:ext>
            </a:extLst>
          </p:cNvPr>
          <p:cNvSpPr>
            <a:spLocks noGrp="1"/>
          </p:cNvSpPr>
          <p:nvPr>
            <p:ph type="dt" sz="half" idx="10"/>
          </p:nvPr>
        </p:nvSpPr>
        <p:spPr/>
        <p:txBody>
          <a:bodyPr/>
          <a:lstStyle/>
          <a:p>
            <a:fld id="{FB7F6C47-B260-4BB6-8230-7D14D5CDE026}" type="datetimeFigureOut">
              <a:rPr lang="en-US" noProof="0" smtClean="0"/>
              <a:t>6/15/2025</a:t>
            </a:fld>
            <a:endParaRPr lang="en-US" noProof="0" dirty="0"/>
          </a:p>
        </p:txBody>
      </p:sp>
      <p:sp>
        <p:nvSpPr>
          <p:cNvPr id="10" name="Footer Placeholder 9">
            <a:extLst>
              <a:ext uri="{FF2B5EF4-FFF2-40B4-BE49-F238E27FC236}">
                <a16:creationId xmlns:a16="http://schemas.microsoft.com/office/drawing/2014/main" id="{9471F3C4-BAAF-4391-B574-8E340EDA39E9}"/>
              </a:ext>
            </a:extLst>
          </p:cNvPr>
          <p:cNvSpPr>
            <a:spLocks noGrp="1"/>
          </p:cNvSpPr>
          <p:nvPr>
            <p:ph type="ftr" sz="quarter" idx="11"/>
          </p:nvPr>
        </p:nvSpPr>
        <p:spPr/>
        <p:txBody>
          <a:bodyPr/>
          <a:lstStyle/>
          <a:p>
            <a:r>
              <a:rPr lang="en-US" noProof="0" dirty="0"/>
              <a:t>Add a footer</a:t>
            </a:r>
          </a:p>
        </p:txBody>
      </p:sp>
      <p:sp>
        <p:nvSpPr>
          <p:cNvPr id="11" name="Slide Number Placeholder 10">
            <a:extLst>
              <a:ext uri="{FF2B5EF4-FFF2-40B4-BE49-F238E27FC236}">
                <a16:creationId xmlns:a16="http://schemas.microsoft.com/office/drawing/2014/main" id="{FB8DD71F-FEC6-4AB5-974A-FD2B82A7BEE5}"/>
              </a:ext>
            </a:extLst>
          </p:cNvPr>
          <p:cNvSpPr>
            <a:spLocks noGrp="1"/>
          </p:cNvSpPr>
          <p:nvPr>
            <p:ph type="sldNum" sz="quarter" idx="12"/>
          </p:nvPr>
        </p:nvSpPr>
        <p:spPr/>
        <p:txBody>
          <a:bodyPr/>
          <a:lstStyle/>
          <a:p>
            <a:fld id="{A4942799-31AF-4FF8-9D79-C1A3E01FB207}" type="slidenum">
              <a:rPr lang="en-US" noProof="0" smtClean="0"/>
              <a:t>‹#›</a:t>
            </a:fld>
            <a:endParaRPr lang="en-US" noProof="0" dirty="0"/>
          </a:p>
        </p:txBody>
      </p:sp>
    </p:spTree>
    <p:extLst>
      <p:ext uri="{BB962C8B-B14F-4D97-AF65-F5344CB8AC3E}">
        <p14:creationId xmlns:p14="http://schemas.microsoft.com/office/powerpoint/2010/main" val="23649104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Section Content Only ">
    <p:spTree>
      <p:nvGrpSpPr>
        <p:cNvPr id="1" name=""/>
        <p:cNvGrpSpPr/>
        <p:nvPr/>
      </p:nvGrpSpPr>
      <p:grpSpPr>
        <a:xfrm>
          <a:off x="0" y="0"/>
          <a:ext cx="0" cy="0"/>
          <a:chOff x="0" y="0"/>
          <a:chExt cx="0" cy="0"/>
        </a:xfrm>
      </p:grpSpPr>
      <p:sp>
        <p:nvSpPr>
          <p:cNvPr id="10" name="Freeform 7"/>
          <p:cNvSpPr/>
          <p:nvPr/>
        </p:nvSpPr>
        <p:spPr bwMode="ltGray">
          <a:xfrm>
            <a:off x="0" y="1"/>
            <a:ext cx="12192000" cy="6251330"/>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a:effectLst>
            <a:innerShdw blurRad="63500" dist="50800" dir="5400000">
              <a:prstClr val="black">
                <a:alpha val="50000"/>
              </a:prstClr>
            </a:innerShdw>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451514" y="451513"/>
            <a:ext cx="11288972" cy="5149187"/>
          </a:xfrm>
        </p:spPr>
        <p:txBody>
          <a:bodyPr anchor="ctr" anchorCtr="0"/>
          <a:lstStyle>
            <a:lvl1pPr algn="ctr">
              <a:defRPr sz="4800" b="0" cap="none"/>
            </a:lvl1pPr>
          </a:lstStyle>
          <a:p>
            <a:r>
              <a:rPr lang="en-US" smtClean="0"/>
              <a:t>Click to edit Master title style</a:t>
            </a:r>
            <a:endParaRPr lang="en-US" dirty="0"/>
          </a:p>
        </p:txBody>
      </p:sp>
      <p:sp>
        <p:nvSpPr>
          <p:cNvPr id="3" name="Date Placeholder 2">
            <a:extLst>
              <a:ext uri="{FF2B5EF4-FFF2-40B4-BE49-F238E27FC236}">
                <a16:creationId xmlns:a16="http://schemas.microsoft.com/office/drawing/2014/main" id="{C740B6DF-7478-4740-A710-DA5E9EBA7CBF}"/>
              </a:ext>
            </a:extLst>
          </p:cNvPr>
          <p:cNvSpPr>
            <a:spLocks noGrp="1"/>
          </p:cNvSpPr>
          <p:nvPr>
            <p:ph type="dt" sz="half" idx="10"/>
          </p:nvPr>
        </p:nvSpPr>
        <p:spPr/>
        <p:txBody>
          <a:bodyPr/>
          <a:lstStyle/>
          <a:p>
            <a:fld id="{FB7F6C47-B260-4BB6-8230-7D14D5CDE026}" type="datetimeFigureOut">
              <a:rPr lang="en-US" noProof="0" smtClean="0"/>
              <a:t>6/15/2025</a:t>
            </a:fld>
            <a:endParaRPr lang="en-US" noProof="0" dirty="0"/>
          </a:p>
        </p:txBody>
      </p:sp>
      <p:sp>
        <p:nvSpPr>
          <p:cNvPr id="7" name="Footer Placeholder 6">
            <a:extLst>
              <a:ext uri="{FF2B5EF4-FFF2-40B4-BE49-F238E27FC236}">
                <a16:creationId xmlns:a16="http://schemas.microsoft.com/office/drawing/2014/main" id="{42D89951-67E9-4086-AED0-C236A00A5330}"/>
              </a:ext>
            </a:extLst>
          </p:cNvPr>
          <p:cNvSpPr>
            <a:spLocks noGrp="1"/>
          </p:cNvSpPr>
          <p:nvPr>
            <p:ph type="ftr" sz="quarter" idx="11"/>
          </p:nvPr>
        </p:nvSpPr>
        <p:spPr/>
        <p:txBody>
          <a:bodyPr/>
          <a:lstStyle/>
          <a:p>
            <a:r>
              <a:rPr lang="en-US" noProof="0" dirty="0"/>
              <a:t>Add a footer</a:t>
            </a:r>
          </a:p>
        </p:txBody>
      </p:sp>
      <p:sp>
        <p:nvSpPr>
          <p:cNvPr id="8" name="Slide Number Placeholder 7">
            <a:extLst>
              <a:ext uri="{FF2B5EF4-FFF2-40B4-BE49-F238E27FC236}">
                <a16:creationId xmlns:a16="http://schemas.microsoft.com/office/drawing/2014/main" id="{38553809-8746-49E3-BCB5-0A9FF406C30C}"/>
              </a:ext>
            </a:extLst>
          </p:cNvPr>
          <p:cNvSpPr>
            <a:spLocks noGrp="1"/>
          </p:cNvSpPr>
          <p:nvPr>
            <p:ph type="sldNum" sz="quarter" idx="12"/>
          </p:nvPr>
        </p:nvSpPr>
        <p:spPr/>
        <p:txBody>
          <a:bodyPr/>
          <a:lstStyle/>
          <a:p>
            <a:fld id="{A4942799-31AF-4FF8-9D79-C1A3E01FB207}" type="slidenum">
              <a:rPr lang="en-US" noProof="0" smtClean="0"/>
              <a:t>‹#›</a:t>
            </a:fld>
            <a:endParaRPr lang="en-US" noProof="0" dirty="0"/>
          </a:p>
        </p:txBody>
      </p:sp>
    </p:spTree>
    <p:extLst>
      <p:ext uri="{BB962C8B-B14F-4D97-AF65-F5344CB8AC3E}">
        <p14:creationId xmlns:p14="http://schemas.microsoft.com/office/powerpoint/2010/main" val="29731931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8" name="Freeform 6"/>
          <p:cNvSpPr/>
          <p:nvPr/>
        </p:nvSpPr>
        <p:spPr bwMode="ltGray">
          <a:xfrm flipH="1">
            <a:off x="12699" y="0"/>
            <a:ext cx="6004585" cy="2041975"/>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8100000">
              <a:prstClr val="black">
                <a:alpha val="50000"/>
              </a:prstClr>
            </a:innerShdw>
          </a:effectLst>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451514" y="375313"/>
            <a:ext cx="5114017" cy="1139895"/>
          </a:xfrm>
        </p:spPr>
        <p:txBody>
          <a:bodyPr/>
          <a:lstStyle>
            <a:lvl1pPr algn="l">
              <a:defRPr b="0"/>
            </a:lvl1pPr>
          </a:lstStyle>
          <a:p>
            <a:r>
              <a:rPr lang="en-US" smtClean="0"/>
              <a:t>Click to edit Master title style</a:t>
            </a:r>
            <a:endParaRPr lang="en-US" dirty="0"/>
          </a:p>
        </p:txBody>
      </p:sp>
      <p:sp>
        <p:nvSpPr>
          <p:cNvPr id="3" name="Content Placeholder 2"/>
          <p:cNvSpPr>
            <a:spLocks noGrp="1"/>
          </p:cNvSpPr>
          <p:nvPr>
            <p:ph sz="half" idx="1"/>
          </p:nvPr>
        </p:nvSpPr>
        <p:spPr>
          <a:xfrm>
            <a:off x="451514" y="2222287"/>
            <a:ext cx="5553071" cy="3638763"/>
          </a:xfrm>
          <a:ln w="25400">
            <a:gradFill>
              <a:gsLst>
                <a:gs pos="0">
                  <a:schemeClr val="bg2"/>
                </a:gs>
                <a:gs pos="50000">
                  <a:srgbClr val="4A3030"/>
                </a:gs>
                <a:gs pos="100000">
                  <a:schemeClr val="accent1"/>
                </a:gs>
              </a:gsLst>
              <a:lin ang="5400000" scaled="1"/>
            </a:gradFill>
          </a:ln>
          <a:effectLst>
            <a:outerShdw blurRad="63500" sx="102000" sy="102000" algn="ctr" rotWithShape="0">
              <a:prstClr val="black">
                <a:alpha val="40000"/>
              </a:prstClr>
            </a:outerShdw>
          </a:effectLst>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9" name="Content Placeholder 9">
            <a:extLst>
              <a:ext uri="{FF2B5EF4-FFF2-40B4-BE49-F238E27FC236}">
                <a16:creationId xmlns:a16="http://schemas.microsoft.com/office/drawing/2014/main" id="{C95D556F-51D2-4EF4-B60F-D319BF232882}"/>
              </a:ext>
            </a:extLst>
          </p:cNvPr>
          <p:cNvSpPr>
            <a:spLocks noGrp="1"/>
          </p:cNvSpPr>
          <p:nvPr>
            <p:ph sz="quarter" idx="13"/>
          </p:nvPr>
        </p:nvSpPr>
        <p:spPr>
          <a:xfrm>
            <a:off x="6456099" y="375312"/>
            <a:ext cx="5186363" cy="5485737"/>
          </a:xfrm>
        </p:spPr>
        <p:txBody>
          <a:bodyPr anchor="t" anchorCtr="0">
            <a:normAutofit/>
          </a:bodyPr>
          <a:lstStyle>
            <a:lvl1pPr>
              <a:defRPr sz="2800"/>
            </a:lvl1pPr>
            <a:lvl2pPr>
              <a:defRPr sz="2400"/>
            </a:lvl2pPr>
            <a:lvl3pPr>
              <a:defRPr sz="2000"/>
            </a:lvl3pPr>
            <a:lvl4pPr>
              <a:defRPr sz="1800"/>
            </a:lvl4pPr>
            <a:lvl5pPr>
              <a:defRPr sz="1800"/>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a:extLst>
              <a:ext uri="{FF2B5EF4-FFF2-40B4-BE49-F238E27FC236}">
                <a16:creationId xmlns:a16="http://schemas.microsoft.com/office/drawing/2014/main" id="{963F86C4-C3A0-4CA8-8809-1D90DE9E4D4F}"/>
              </a:ext>
            </a:extLst>
          </p:cNvPr>
          <p:cNvSpPr>
            <a:spLocks noGrp="1"/>
          </p:cNvSpPr>
          <p:nvPr>
            <p:ph type="dt" sz="half" idx="14"/>
          </p:nvPr>
        </p:nvSpPr>
        <p:spPr/>
        <p:txBody>
          <a:bodyPr/>
          <a:lstStyle/>
          <a:p>
            <a:fld id="{FB7F6C47-B260-4BB6-8230-7D14D5CDE026}" type="datetimeFigureOut">
              <a:rPr lang="en-US" noProof="0" smtClean="0"/>
              <a:t>6/15/2025</a:t>
            </a:fld>
            <a:endParaRPr lang="en-US" noProof="0" dirty="0"/>
          </a:p>
        </p:txBody>
      </p:sp>
      <p:sp>
        <p:nvSpPr>
          <p:cNvPr id="10" name="Footer Placeholder 9">
            <a:extLst>
              <a:ext uri="{FF2B5EF4-FFF2-40B4-BE49-F238E27FC236}">
                <a16:creationId xmlns:a16="http://schemas.microsoft.com/office/drawing/2014/main" id="{EDD26EA8-C9F2-49A7-8F7B-A782D30B827A}"/>
              </a:ext>
            </a:extLst>
          </p:cNvPr>
          <p:cNvSpPr>
            <a:spLocks noGrp="1"/>
          </p:cNvSpPr>
          <p:nvPr>
            <p:ph type="ftr" sz="quarter" idx="15"/>
          </p:nvPr>
        </p:nvSpPr>
        <p:spPr/>
        <p:txBody>
          <a:bodyPr/>
          <a:lstStyle/>
          <a:p>
            <a:r>
              <a:rPr lang="en-US" noProof="0" dirty="0"/>
              <a:t>Add a footer</a:t>
            </a:r>
          </a:p>
        </p:txBody>
      </p:sp>
      <p:sp>
        <p:nvSpPr>
          <p:cNvPr id="11" name="Slide Number Placeholder 10">
            <a:extLst>
              <a:ext uri="{FF2B5EF4-FFF2-40B4-BE49-F238E27FC236}">
                <a16:creationId xmlns:a16="http://schemas.microsoft.com/office/drawing/2014/main" id="{241DD2E8-07A6-430F-A2FB-E2746C9352D4}"/>
              </a:ext>
            </a:extLst>
          </p:cNvPr>
          <p:cNvSpPr>
            <a:spLocks noGrp="1"/>
          </p:cNvSpPr>
          <p:nvPr>
            <p:ph type="sldNum" sz="quarter" idx="16"/>
          </p:nvPr>
        </p:nvSpPr>
        <p:spPr/>
        <p:txBody>
          <a:bodyPr/>
          <a:lstStyle/>
          <a:p>
            <a:fld id="{A4942799-31AF-4FF8-9D79-C1A3E01FB207}" type="slidenum">
              <a:rPr lang="en-US" noProof="0" smtClean="0"/>
              <a:t>‹#›</a:t>
            </a:fld>
            <a:endParaRPr lang="en-US" noProof="0" dirty="0"/>
          </a:p>
        </p:txBody>
      </p:sp>
    </p:spTree>
    <p:extLst>
      <p:ext uri="{BB962C8B-B14F-4D97-AF65-F5344CB8AC3E}">
        <p14:creationId xmlns:p14="http://schemas.microsoft.com/office/powerpoint/2010/main" val="5446428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2_Two Content">
    <p:spTree>
      <p:nvGrpSpPr>
        <p:cNvPr id="1" name=""/>
        <p:cNvGrpSpPr/>
        <p:nvPr/>
      </p:nvGrpSpPr>
      <p:grpSpPr>
        <a:xfrm>
          <a:off x="0" y="0"/>
          <a:ext cx="0" cy="0"/>
          <a:chOff x="0" y="0"/>
          <a:chExt cx="0" cy="0"/>
        </a:xfrm>
      </p:grpSpPr>
      <p:sp>
        <p:nvSpPr>
          <p:cNvPr id="8" name="Freeform 6"/>
          <p:cNvSpPr/>
          <p:nvPr/>
        </p:nvSpPr>
        <p:spPr bwMode="ltGray">
          <a:xfrm flipH="1">
            <a:off x="6187414" y="0"/>
            <a:ext cx="6004583" cy="2041975"/>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2700000">
              <a:prstClr val="black">
                <a:alpha val="50000"/>
              </a:prstClr>
            </a:innerShdw>
          </a:effectLst>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6632696" y="359551"/>
            <a:ext cx="5114017" cy="1139895"/>
          </a:xfrm>
        </p:spPr>
        <p:txBody>
          <a:bodyPr/>
          <a:lstStyle>
            <a:lvl1pPr algn="l">
              <a:defRPr b="0"/>
            </a:lvl1pPr>
          </a:lstStyle>
          <a:p>
            <a:r>
              <a:rPr lang="en-US" smtClean="0"/>
              <a:t>Click to edit Master title style</a:t>
            </a:r>
            <a:endParaRPr lang="en-US" dirty="0"/>
          </a:p>
        </p:txBody>
      </p:sp>
      <p:sp>
        <p:nvSpPr>
          <p:cNvPr id="3" name="Content Placeholder 2"/>
          <p:cNvSpPr>
            <a:spLocks noGrp="1"/>
          </p:cNvSpPr>
          <p:nvPr>
            <p:ph sz="half" idx="1" hasCustomPrompt="1"/>
          </p:nvPr>
        </p:nvSpPr>
        <p:spPr>
          <a:xfrm>
            <a:off x="451514" y="451513"/>
            <a:ext cx="5553071" cy="5409537"/>
          </a:xfrm>
        </p:spPr>
        <p:txBody>
          <a:bodyPr anchor="t" anchorCtr="0">
            <a:normAutofit/>
          </a:bodyPr>
          <a:lstStyle>
            <a:lvl1pPr>
              <a:defRPr sz="2800"/>
            </a:lvl1pPr>
            <a:lvl2pPr>
              <a:defRPr sz="2800"/>
            </a:lvl2pPr>
            <a:lvl3pPr>
              <a:defRPr sz="2800"/>
            </a:lvl3pPr>
            <a:lvl4pPr>
              <a:defRPr sz="2800"/>
            </a:lvl4pPr>
            <a:lvl5pPr>
              <a:defRPr sz="28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354563" y="2222287"/>
            <a:ext cx="5553071" cy="3638764"/>
          </a:xfrm>
          <a:ln>
            <a:gradFill>
              <a:gsLst>
                <a:gs pos="0">
                  <a:schemeClr val="bg2"/>
                </a:gs>
                <a:gs pos="50000">
                  <a:schemeClr val="bg2"/>
                </a:gs>
                <a:gs pos="100000">
                  <a:schemeClr val="accent1"/>
                </a:gs>
              </a:gsLst>
              <a:lin ang="5400000" scaled="1"/>
            </a:gradFill>
          </a:ln>
          <a:effectLst>
            <a:outerShdw blurRad="63500" sx="102000" sy="102000" algn="ctr" rotWithShape="0">
              <a:prstClr val="black">
                <a:alpha val="40000"/>
              </a:prstClr>
            </a:outerShdw>
          </a:effectLst>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9" name="Date Placeholder 8">
            <a:extLst>
              <a:ext uri="{FF2B5EF4-FFF2-40B4-BE49-F238E27FC236}">
                <a16:creationId xmlns:a16="http://schemas.microsoft.com/office/drawing/2014/main" id="{82940641-87D1-48C5-879E-8A5FBA537AFD}"/>
              </a:ext>
            </a:extLst>
          </p:cNvPr>
          <p:cNvSpPr>
            <a:spLocks noGrp="1"/>
          </p:cNvSpPr>
          <p:nvPr>
            <p:ph type="dt" sz="half" idx="10"/>
          </p:nvPr>
        </p:nvSpPr>
        <p:spPr/>
        <p:txBody>
          <a:bodyPr/>
          <a:lstStyle/>
          <a:p>
            <a:fld id="{FB7F6C47-B260-4BB6-8230-7D14D5CDE026}" type="datetimeFigureOut">
              <a:rPr lang="en-US" noProof="0" smtClean="0"/>
              <a:t>6/15/2025</a:t>
            </a:fld>
            <a:endParaRPr lang="en-US" noProof="0" dirty="0"/>
          </a:p>
        </p:txBody>
      </p:sp>
      <p:sp>
        <p:nvSpPr>
          <p:cNvPr id="10" name="Footer Placeholder 9">
            <a:extLst>
              <a:ext uri="{FF2B5EF4-FFF2-40B4-BE49-F238E27FC236}">
                <a16:creationId xmlns:a16="http://schemas.microsoft.com/office/drawing/2014/main" id="{DBFA68A8-3A7A-430B-9A66-482C28DC5A76}"/>
              </a:ext>
            </a:extLst>
          </p:cNvPr>
          <p:cNvSpPr>
            <a:spLocks noGrp="1"/>
          </p:cNvSpPr>
          <p:nvPr>
            <p:ph type="ftr" sz="quarter" idx="11"/>
          </p:nvPr>
        </p:nvSpPr>
        <p:spPr/>
        <p:txBody>
          <a:bodyPr/>
          <a:lstStyle/>
          <a:p>
            <a:r>
              <a:rPr lang="en-US" noProof="0" dirty="0"/>
              <a:t>Add a footer</a:t>
            </a:r>
          </a:p>
        </p:txBody>
      </p:sp>
      <p:sp>
        <p:nvSpPr>
          <p:cNvPr id="11" name="Slide Number Placeholder 10">
            <a:extLst>
              <a:ext uri="{FF2B5EF4-FFF2-40B4-BE49-F238E27FC236}">
                <a16:creationId xmlns:a16="http://schemas.microsoft.com/office/drawing/2014/main" id="{96C17F98-4E3F-4327-8CCF-D13C337121AC}"/>
              </a:ext>
            </a:extLst>
          </p:cNvPr>
          <p:cNvSpPr>
            <a:spLocks noGrp="1"/>
          </p:cNvSpPr>
          <p:nvPr>
            <p:ph type="sldNum" sz="quarter" idx="12"/>
          </p:nvPr>
        </p:nvSpPr>
        <p:spPr/>
        <p:txBody>
          <a:bodyPr/>
          <a:lstStyle/>
          <a:p>
            <a:fld id="{A4942799-31AF-4FF8-9D79-C1A3E01FB207}" type="slidenum">
              <a:rPr lang="en-US" noProof="0" smtClean="0"/>
              <a:t>‹#›</a:t>
            </a:fld>
            <a:endParaRPr lang="en-US" noProof="0" dirty="0"/>
          </a:p>
        </p:txBody>
      </p:sp>
    </p:spTree>
    <p:extLst>
      <p:ext uri="{BB962C8B-B14F-4D97-AF65-F5344CB8AC3E}">
        <p14:creationId xmlns:p14="http://schemas.microsoft.com/office/powerpoint/2010/main" val="36870313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B2B99B50-4971-48A5-8202-4CC55C7F97A2}"/>
              </a:ext>
            </a:extLst>
          </p:cNvPr>
          <p:cNvSpPr>
            <a:spLocks noGrp="1"/>
          </p:cNvSpPr>
          <p:nvPr>
            <p:ph type="pic" idx="1"/>
          </p:nvPr>
        </p:nvSpPr>
        <p:spPr>
          <a:xfrm>
            <a:off x="6096000" y="0"/>
            <a:ext cx="6096000" cy="6857999"/>
          </a:xfrm>
          <a:custGeom>
            <a:avLst/>
            <a:gdLst>
              <a:gd name="connsiteX0" fmla="*/ 404916 w 6526400"/>
              <a:gd name="connsiteY0" fmla="*/ 0 h 6857999"/>
              <a:gd name="connsiteX1" fmla="*/ 1425163 w 6526400"/>
              <a:gd name="connsiteY1" fmla="*/ 0 h 6857999"/>
              <a:gd name="connsiteX2" fmla="*/ 2955534 w 6526400"/>
              <a:gd name="connsiteY2" fmla="*/ 0 h 6857999"/>
              <a:gd name="connsiteX3" fmla="*/ 6526400 w 6526400"/>
              <a:gd name="connsiteY3" fmla="*/ 0 h 6857999"/>
              <a:gd name="connsiteX4" fmla="*/ 6526400 w 6526400"/>
              <a:gd name="connsiteY4" fmla="*/ 6857999 h 6857999"/>
              <a:gd name="connsiteX5" fmla="*/ 404916 w 6526400"/>
              <a:gd name="connsiteY5" fmla="*/ 6857999 h 6857999"/>
              <a:gd name="connsiteX6" fmla="*/ 377830 w 6526400"/>
              <a:gd name="connsiteY6" fmla="*/ 2463800 h 6857999"/>
              <a:gd name="connsiteX7" fmla="*/ 0 w 6526400"/>
              <a:gd name="connsiteY7" fmla="*/ 2203407 h 6857999"/>
              <a:gd name="connsiteX8" fmla="*/ 391373 w 6526400"/>
              <a:gd name="connsiteY8" fmla="*/ 1854200 h 6857999"/>
              <a:gd name="connsiteX9" fmla="*/ 404916 w 6526400"/>
              <a:gd name="connsiteY9"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526400" h="6857999">
                <a:moveTo>
                  <a:pt x="404916" y="0"/>
                </a:moveTo>
                <a:lnTo>
                  <a:pt x="1425163" y="0"/>
                </a:lnTo>
                <a:lnTo>
                  <a:pt x="2955534" y="0"/>
                </a:lnTo>
                <a:lnTo>
                  <a:pt x="6526400" y="0"/>
                </a:lnTo>
                <a:lnTo>
                  <a:pt x="6526400" y="6857999"/>
                </a:lnTo>
                <a:lnTo>
                  <a:pt x="404916" y="6857999"/>
                </a:lnTo>
                <a:lnTo>
                  <a:pt x="377830" y="2463800"/>
                </a:lnTo>
                <a:lnTo>
                  <a:pt x="0" y="2203407"/>
                </a:lnTo>
                <a:lnTo>
                  <a:pt x="391373" y="1854200"/>
                </a:lnTo>
                <a:cubicBezTo>
                  <a:pt x="395887" y="1282700"/>
                  <a:pt x="400402" y="571500"/>
                  <a:pt x="404916" y="0"/>
                </a:cubicBezTo>
                <a:close/>
              </a:path>
            </a:pathLst>
          </a:custGeom>
          <a:ln/>
          <a:effectLst>
            <a:innerShdw blurRad="63500" dist="50800" dir="2700000">
              <a:prstClr val="black">
                <a:alpha val="50000"/>
              </a:prstClr>
            </a:innerShdw>
          </a:effectLst>
        </p:spPr>
        <p:style>
          <a:lnRef idx="1">
            <a:schemeClr val="accent1"/>
          </a:lnRef>
          <a:fillRef idx="3">
            <a:schemeClr val="accent1"/>
          </a:fillRef>
          <a:effectRef idx="2">
            <a:schemeClr val="accent1"/>
          </a:effectRef>
          <a:fontRef idx="minor">
            <a:schemeClr val="lt1"/>
          </a:fontRef>
        </p:style>
        <p:txBody>
          <a:bodyPr wrap="square">
            <a:noAutofit/>
          </a:bodyP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2" name="Title 1"/>
          <p:cNvSpPr>
            <a:spLocks noGrp="1"/>
          </p:cNvSpPr>
          <p:nvPr>
            <p:ph type="title"/>
          </p:nvPr>
        </p:nvSpPr>
        <p:spPr>
          <a:xfrm>
            <a:off x="590396" y="311813"/>
            <a:ext cx="5334448" cy="1453488"/>
          </a:xfrm>
          <a:effectLst/>
        </p:spPr>
        <p:txBody>
          <a:bodyPr anchor="b">
            <a:normAutofit/>
          </a:bodyPr>
          <a:lstStyle>
            <a:lvl1pPr algn="l">
              <a:defRPr sz="4000" b="0">
                <a:ln>
                  <a:noFill/>
                </a:ln>
                <a:solidFill>
                  <a:schemeClr val="tx1"/>
                </a:solidFill>
                <a:effectLst/>
              </a:defRPr>
            </a:lvl1pPr>
          </a:lstStyle>
          <a:p>
            <a:r>
              <a:rPr lang="en-US" smtClean="0"/>
              <a:t>Click to edit Master title style</a:t>
            </a:r>
            <a:endParaRPr lang="en-US" dirty="0"/>
          </a:p>
        </p:txBody>
      </p:sp>
      <p:sp>
        <p:nvSpPr>
          <p:cNvPr id="12" name="Text Placeholder 3">
            <a:extLst>
              <a:ext uri="{FF2B5EF4-FFF2-40B4-BE49-F238E27FC236}">
                <a16:creationId xmlns:a16="http://schemas.microsoft.com/office/drawing/2014/main" id="{EB4FB892-38DF-40F9-B034-BC1E61FC6BF0}"/>
              </a:ext>
            </a:extLst>
          </p:cNvPr>
          <p:cNvSpPr>
            <a:spLocks noGrp="1"/>
          </p:cNvSpPr>
          <p:nvPr>
            <p:ph type="body" sz="half" idx="2"/>
          </p:nvPr>
        </p:nvSpPr>
        <p:spPr>
          <a:xfrm>
            <a:off x="590396" y="2057400"/>
            <a:ext cx="5334448" cy="3811588"/>
          </a:xfrm>
        </p:spPr>
        <p:txBody>
          <a:bodyPr anchor="t">
            <a:normAutofit/>
          </a:bodyPr>
          <a:lstStyle>
            <a:lvl1pPr marL="0" indent="0">
              <a:buNone/>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3" name="Date Placeholder 2">
            <a:extLst>
              <a:ext uri="{FF2B5EF4-FFF2-40B4-BE49-F238E27FC236}">
                <a16:creationId xmlns:a16="http://schemas.microsoft.com/office/drawing/2014/main" id="{5829ED24-3C5F-4326-A304-DBDBA6CE7E1A}"/>
              </a:ext>
            </a:extLst>
          </p:cNvPr>
          <p:cNvSpPr>
            <a:spLocks noGrp="1"/>
          </p:cNvSpPr>
          <p:nvPr>
            <p:ph type="dt" sz="half" idx="10"/>
          </p:nvPr>
        </p:nvSpPr>
        <p:spPr/>
        <p:txBody>
          <a:bodyPr/>
          <a:lstStyle/>
          <a:p>
            <a:fld id="{FB7F6C47-B260-4BB6-8230-7D14D5CDE026}" type="datetimeFigureOut">
              <a:rPr lang="en-US" noProof="0" smtClean="0"/>
              <a:t>6/15/2025</a:t>
            </a:fld>
            <a:endParaRPr lang="en-US" noProof="0" dirty="0"/>
          </a:p>
        </p:txBody>
      </p:sp>
      <p:sp>
        <p:nvSpPr>
          <p:cNvPr id="4" name="Footer Placeholder 3">
            <a:extLst>
              <a:ext uri="{FF2B5EF4-FFF2-40B4-BE49-F238E27FC236}">
                <a16:creationId xmlns:a16="http://schemas.microsoft.com/office/drawing/2014/main" id="{BF532AEE-3AAE-4FBF-969F-8A364CE8AEB6}"/>
              </a:ext>
            </a:extLst>
          </p:cNvPr>
          <p:cNvSpPr>
            <a:spLocks noGrp="1"/>
          </p:cNvSpPr>
          <p:nvPr>
            <p:ph type="ftr" sz="quarter" idx="11"/>
          </p:nvPr>
        </p:nvSpPr>
        <p:spPr/>
        <p:txBody>
          <a:bodyPr/>
          <a:lstStyle/>
          <a:p>
            <a:r>
              <a:rPr lang="en-US" noProof="0" dirty="0"/>
              <a:t>Add a footer</a:t>
            </a:r>
          </a:p>
        </p:txBody>
      </p:sp>
      <p:sp>
        <p:nvSpPr>
          <p:cNvPr id="8" name="Slide Number Placeholder 7">
            <a:extLst>
              <a:ext uri="{FF2B5EF4-FFF2-40B4-BE49-F238E27FC236}">
                <a16:creationId xmlns:a16="http://schemas.microsoft.com/office/drawing/2014/main" id="{6717C1A8-7DBE-4E24-BCA1-D820D780B9C5}"/>
              </a:ext>
            </a:extLst>
          </p:cNvPr>
          <p:cNvSpPr>
            <a:spLocks noGrp="1"/>
          </p:cNvSpPr>
          <p:nvPr>
            <p:ph type="sldNum" sz="quarter" idx="12"/>
          </p:nvPr>
        </p:nvSpPr>
        <p:spPr/>
        <p:txBody>
          <a:bodyPr/>
          <a:lstStyle/>
          <a:p>
            <a:fld id="{A4942799-31AF-4FF8-9D79-C1A3E01FB207}" type="slidenum">
              <a:rPr lang="en-US" noProof="0" smtClean="0"/>
              <a:t>‹#›</a:t>
            </a:fld>
            <a:endParaRPr lang="en-US" noProof="0" dirty="0"/>
          </a:p>
        </p:txBody>
      </p:sp>
    </p:spTree>
    <p:extLst>
      <p:ext uri="{BB962C8B-B14F-4D97-AF65-F5344CB8AC3E}">
        <p14:creationId xmlns:p14="http://schemas.microsoft.com/office/powerpoint/2010/main" val="11973055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 Title and Content">
    <p:spTree>
      <p:nvGrpSpPr>
        <p:cNvPr id="1" name=""/>
        <p:cNvGrpSpPr/>
        <p:nvPr/>
      </p:nvGrpSpPr>
      <p:grpSpPr>
        <a:xfrm>
          <a:off x="0" y="0"/>
          <a:ext cx="0" cy="0"/>
          <a:chOff x="0" y="0"/>
          <a:chExt cx="0" cy="0"/>
        </a:xfrm>
      </p:grpSpPr>
      <p:sp>
        <p:nvSpPr>
          <p:cNvPr id="8" name="Freeform 6"/>
          <p:cNvSpPr/>
          <p:nvPr/>
        </p:nvSpPr>
        <p:spPr bwMode="ltGray">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5400000">
              <a:prstClr val="black">
                <a:alpha val="50000"/>
              </a:prstClr>
            </a:innerShdw>
          </a:effectLst>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nchor="ctr" anchorCtr="0"/>
          <a:lstStyle>
            <a:lvl1pPr>
              <a:defRPr b="0"/>
            </a:lvl1pPr>
          </a:lstStyle>
          <a:p>
            <a:r>
              <a:rPr lang="en-US" smtClean="0"/>
              <a:t>Click to edit Master title style</a:t>
            </a:r>
            <a:endParaRPr lang="en-US" dirty="0"/>
          </a:p>
        </p:txBody>
      </p:sp>
      <p:sp>
        <p:nvSpPr>
          <p:cNvPr id="4" name="Content Placeholder 3"/>
          <p:cNvSpPr>
            <a:spLocks noGrp="1"/>
          </p:cNvSpPr>
          <p:nvPr>
            <p:ph sz="half" idx="2" hasCustomPrompt="1"/>
          </p:nvPr>
        </p:nvSpPr>
        <p:spPr>
          <a:xfrm>
            <a:off x="810001" y="2222287"/>
            <a:ext cx="10571998" cy="3638764"/>
          </a:xfrm>
        </p:spPr>
        <p:txBody>
          <a:bodyPr>
            <a:normAutofit/>
          </a:bodyPr>
          <a:lstStyle>
            <a:lvl1pPr>
              <a:defRPr sz="2800"/>
            </a:lvl1pPr>
            <a:lvl2pPr>
              <a:defRPr sz="2800"/>
            </a:lvl2pPr>
            <a:lvl3pPr>
              <a:defRPr sz="2800"/>
            </a:lvl3pPr>
            <a:lvl4pPr>
              <a:defRPr sz="2800"/>
            </a:lvl4pPr>
            <a:lvl5pPr>
              <a:defRPr sz="28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20466CE2-DFEE-46B8-AFB2-817272E3B703}"/>
              </a:ext>
            </a:extLst>
          </p:cNvPr>
          <p:cNvSpPr>
            <a:spLocks noGrp="1"/>
          </p:cNvSpPr>
          <p:nvPr>
            <p:ph type="dt" sz="half" idx="10"/>
          </p:nvPr>
        </p:nvSpPr>
        <p:spPr/>
        <p:txBody>
          <a:bodyPr/>
          <a:lstStyle/>
          <a:p>
            <a:fld id="{FB7F6C47-B260-4BB6-8230-7D14D5CDE026}" type="datetimeFigureOut">
              <a:rPr lang="en-US" noProof="0" smtClean="0"/>
              <a:t>6/15/2025</a:t>
            </a:fld>
            <a:endParaRPr lang="en-US" noProof="0" dirty="0"/>
          </a:p>
        </p:txBody>
      </p:sp>
      <p:sp>
        <p:nvSpPr>
          <p:cNvPr id="9" name="Footer Placeholder 8">
            <a:extLst>
              <a:ext uri="{FF2B5EF4-FFF2-40B4-BE49-F238E27FC236}">
                <a16:creationId xmlns:a16="http://schemas.microsoft.com/office/drawing/2014/main" id="{27E9A94A-136A-4208-8F98-012BDAC1A23C}"/>
              </a:ext>
            </a:extLst>
          </p:cNvPr>
          <p:cNvSpPr>
            <a:spLocks noGrp="1"/>
          </p:cNvSpPr>
          <p:nvPr>
            <p:ph type="ftr" sz="quarter" idx="11"/>
          </p:nvPr>
        </p:nvSpPr>
        <p:spPr/>
        <p:txBody>
          <a:bodyPr/>
          <a:lstStyle/>
          <a:p>
            <a:r>
              <a:rPr lang="en-US" noProof="0" dirty="0"/>
              <a:t>Add a footer</a:t>
            </a:r>
          </a:p>
        </p:txBody>
      </p:sp>
      <p:sp>
        <p:nvSpPr>
          <p:cNvPr id="10" name="Slide Number Placeholder 9">
            <a:extLst>
              <a:ext uri="{FF2B5EF4-FFF2-40B4-BE49-F238E27FC236}">
                <a16:creationId xmlns:a16="http://schemas.microsoft.com/office/drawing/2014/main" id="{81459C8B-DA0F-4808-A642-40471D1D2C96}"/>
              </a:ext>
            </a:extLst>
          </p:cNvPr>
          <p:cNvSpPr>
            <a:spLocks noGrp="1"/>
          </p:cNvSpPr>
          <p:nvPr>
            <p:ph type="sldNum" sz="quarter" idx="12"/>
          </p:nvPr>
        </p:nvSpPr>
        <p:spPr/>
        <p:txBody>
          <a:bodyPr/>
          <a:lstStyle/>
          <a:p>
            <a:fld id="{A4942799-31AF-4FF8-9D79-C1A3E01FB207}" type="slidenum">
              <a:rPr lang="en-US" noProof="0" smtClean="0"/>
              <a:t>‹#›</a:t>
            </a:fld>
            <a:endParaRPr lang="en-US" noProof="0" dirty="0"/>
          </a:p>
        </p:txBody>
      </p:sp>
    </p:spTree>
    <p:extLst>
      <p:ext uri="{BB962C8B-B14F-4D97-AF65-F5344CB8AC3E}">
        <p14:creationId xmlns:p14="http://schemas.microsoft.com/office/powerpoint/2010/main" val="13376882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0000" y="4489884"/>
            <a:ext cx="10561418" cy="1426004"/>
          </a:xfrm>
        </p:spPr>
        <p:txBody>
          <a:bodyPr anchor="ctr" anchorCtr="0">
            <a:normAutofit/>
          </a:bodyPr>
          <a:lstStyle>
            <a:lvl1pPr algn="ctr">
              <a:defRPr sz="4000" b="0">
                <a:ln>
                  <a:noFill/>
                </a:ln>
                <a:solidFill>
                  <a:schemeClr val="tx1"/>
                </a:solidFill>
                <a:latin typeface="+mj-lt"/>
              </a:defRPr>
            </a:lvl1pPr>
          </a:lstStyle>
          <a:p>
            <a:r>
              <a:rPr lang="en-US" smtClean="0"/>
              <a:t>Click to edit Master title style</a:t>
            </a:r>
            <a:endParaRPr lang="en-US" dirty="0"/>
          </a:p>
        </p:txBody>
      </p:sp>
      <p:sp>
        <p:nvSpPr>
          <p:cNvPr id="9" name="Content Placeholder 8">
            <a:extLst>
              <a:ext uri="{FF2B5EF4-FFF2-40B4-BE49-F238E27FC236}">
                <a16:creationId xmlns:a16="http://schemas.microsoft.com/office/drawing/2014/main" id="{EC1FEB3F-0898-4AE0-B8C4-970BF80A3766}"/>
              </a:ext>
            </a:extLst>
          </p:cNvPr>
          <p:cNvSpPr>
            <a:spLocks noGrp="1"/>
          </p:cNvSpPr>
          <p:nvPr>
            <p:ph sz="quarter" idx="14"/>
          </p:nvPr>
        </p:nvSpPr>
        <p:spPr bwMode="ltGray">
          <a:xfrm>
            <a:off x="-5291" y="-57584"/>
            <a:ext cx="12192000" cy="4851400"/>
          </a:xfrm>
          <a:custGeom>
            <a:avLst/>
            <a:gdLst>
              <a:gd name="connsiteX0" fmla="*/ 0 w 10561638"/>
              <a:gd name="connsiteY0" fmla="*/ 0 h 3937000"/>
              <a:gd name="connsiteX1" fmla="*/ 1760273 w 10561638"/>
              <a:gd name="connsiteY1" fmla="*/ 0 h 3937000"/>
              <a:gd name="connsiteX2" fmla="*/ 1760273 w 10561638"/>
              <a:gd name="connsiteY2" fmla="*/ 0 h 3937000"/>
              <a:gd name="connsiteX3" fmla="*/ 4400683 w 10561638"/>
              <a:gd name="connsiteY3" fmla="*/ 0 h 3937000"/>
              <a:gd name="connsiteX4" fmla="*/ 10561638 w 10561638"/>
              <a:gd name="connsiteY4" fmla="*/ 0 h 3937000"/>
              <a:gd name="connsiteX5" fmla="*/ 10561638 w 10561638"/>
              <a:gd name="connsiteY5" fmla="*/ 2296583 h 3937000"/>
              <a:gd name="connsiteX6" fmla="*/ 10561638 w 10561638"/>
              <a:gd name="connsiteY6" fmla="*/ 2296583 h 3937000"/>
              <a:gd name="connsiteX7" fmla="*/ 10561638 w 10561638"/>
              <a:gd name="connsiteY7" fmla="*/ 3280833 h 3937000"/>
              <a:gd name="connsiteX8" fmla="*/ 10561638 w 10561638"/>
              <a:gd name="connsiteY8" fmla="*/ 3937000 h 3937000"/>
              <a:gd name="connsiteX9" fmla="*/ 4400683 w 10561638"/>
              <a:gd name="connsiteY9" fmla="*/ 3937000 h 3937000"/>
              <a:gd name="connsiteX10" fmla="*/ 2077263 w 10561638"/>
              <a:gd name="connsiteY10" fmla="*/ 4251330 h 3937000"/>
              <a:gd name="connsiteX11" fmla="*/ 1760273 w 10561638"/>
              <a:gd name="connsiteY11" fmla="*/ 3937000 h 3937000"/>
              <a:gd name="connsiteX12" fmla="*/ 0 w 10561638"/>
              <a:gd name="connsiteY12" fmla="*/ 3937000 h 3937000"/>
              <a:gd name="connsiteX13" fmla="*/ 0 w 10561638"/>
              <a:gd name="connsiteY13" fmla="*/ 3280833 h 3937000"/>
              <a:gd name="connsiteX14" fmla="*/ 0 w 10561638"/>
              <a:gd name="connsiteY14" fmla="*/ 2296583 h 3937000"/>
              <a:gd name="connsiteX15" fmla="*/ 0 w 10561638"/>
              <a:gd name="connsiteY15" fmla="*/ 2296583 h 3937000"/>
              <a:gd name="connsiteX16" fmla="*/ 0 w 10561638"/>
              <a:gd name="connsiteY16" fmla="*/ 0 h 3937000"/>
              <a:gd name="connsiteX0" fmla="*/ 0 w 10561638"/>
              <a:gd name="connsiteY0" fmla="*/ 0 h 4251330"/>
              <a:gd name="connsiteX1" fmla="*/ 1760273 w 10561638"/>
              <a:gd name="connsiteY1" fmla="*/ 0 h 4251330"/>
              <a:gd name="connsiteX2" fmla="*/ 1760273 w 10561638"/>
              <a:gd name="connsiteY2" fmla="*/ 0 h 4251330"/>
              <a:gd name="connsiteX3" fmla="*/ 4400683 w 10561638"/>
              <a:gd name="connsiteY3" fmla="*/ 0 h 4251330"/>
              <a:gd name="connsiteX4" fmla="*/ 10561638 w 10561638"/>
              <a:gd name="connsiteY4" fmla="*/ 0 h 4251330"/>
              <a:gd name="connsiteX5" fmla="*/ 10561638 w 10561638"/>
              <a:gd name="connsiteY5" fmla="*/ 2296583 h 4251330"/>
              <a:gd name="connsiteX6" fmla="*/ 10561638 w 10561638"/>
              <a:gd name="connsiteY6" fmla="*/ 2296583 h 4251330"/>
              <a:gd name="connsiteX7" fmla="*/ 10561638 w 10561638"/>
              <a:gd name="connsiteY7" fmla="*/ 3280833 h 4251330"/>
              <a:gd name="connsiteX8" fmla="*/ 10561638 w 10561638"/>
              <a:gd name="connsiteY8" fmla="*/ 3937000 h 4251330"/>
              <a:gd name="connsiteX9" fmla="*/ 2482983 w 10561638"/>
              <a:gd name="connsiteY9" fmla="*/ 3975100 h 4251330"/>
              <a:gd name="connsiteX10" fmla="*/ 2077263 w 10561638"/>
              <a:gd name="connsiteY10" fmla="*/ 4251330 h 4251330"/>
              <a:gd name="connsiteX11" fmla="*/ 1760273 w 10561638"/>
              <a:gd name="connsiteY11" fmla="*/ 3937000 h 4251330"/>
              <a:gd name="connsiteX12" fmla="*/ 0 w 10561638"/>
              <a:gd name="connsiteY12" fmla="*/ 3937000 h 4251330"/>
              <a:gd name="connsiteX13" fmla="*/ 0 w 10561638"/>
              <a:gd name="connsiteY13" fmla="*/ 3280833 h 4251330"/>
              <a:gd name="connsiteX14" fmla="*/ 0 w 10561638"/>
              <a:gd name="connsiteY14" fmla="*/ 2296583 h 4251330"/>
              <a:gd name="connsiteX15" fmla="*/ 0 w 10561638"/>
              <a:gd name="connsiteY15" fmla="*/ 2296583 h 4251330"/>
              <a:gd name="connsiteX16" fmla="*/ 0 w 10561638"/>
              <a:gd name="connsiteY16" fmla="*/ 0 h 4251330"/>
              <a:gd name="connsiteX0" fmla="*/ 0 w 10561638"/>
              <a:gd name="connsiteY0" fmla="*/ 0 h 4251330"/>
              <a:gd name="connsiteX1" fmla="*/ 1760273 w 10561638"/>
              <a:gd name="connsiteY1" fmla="*/ 0 h 4251330"/>
              <a:gd name="connsiteX2" fmla="*/ 1760273 w 10561638"/>
              <a:gd name="connsiteY2" fmla="*/ 0 h 4251330"/>
              <a:gd name="connsiteX3" fmla="*/ 4400683 w 10561638"/>
              <a:gd name="connsiteY3" fmla="*/ 0 h 4251330"/>
              <a:gd name="connsiteX4" fmla="*/ 10561638 w 10561638"/>
              <a:gd name="connsiteY4" fmla="*/ 0 h 4251330"/>
              <a:gd name="connsiteX5" fmla="*/ 10561638 w 10561638"/>
              <a:gd name="connsiteY5" fmla="*/ 2296583 h 4251330"/>
              <a:gd name="connsiteX6" fmla="*/ 10561638 w 10561638"/>
              <a:gd name="connsiteY6" fmla="*/ 2296583 h 4251330"/>
              <a:gd name="connsiteX7" fmla="*/ 10561638 w 10561638"/>
              <a:gd name="connsiteY7" fmla="*/ 3280833 h 4251330"/>
              <a:gd name="connsiteX8" fmla="*/ 10561638 w 10561638"/>
              <a:gd name="connsiteY8" fmla="*/ 3937000 h 4251330"/>
              <a:gd name="connsiteX9" fmla="*/ 2343283 w 10561638"/>
              <a:gd name="connsiteY9" fmla="*/ 3987800 h 4251330"/>
              <a:gd name="connsiteX10" fmla="*/ 2077263 w 10561638"/>
              <a:gd name="connsiteY10" fmla="*/ 4251330 h 4251330"/>
              <a:gd name="connsiteX11" fmla="*/ 1760273 w 10561638"/>
              <a:gd name="connsiteY11" fmla="*/ 3937000 h 4251330"/>
              <a:gd name="connsiteX12" fmla="*/ 0 w 10561638"/>
              <a:gd name="connsiteY12" fmla="*/ 3937000 h 4251330"/>
              <a:gd name="connsiteX13" fmla="*/ 0 w 10561638"/>
              <a:gd name="connsiteY13" fmla="*/ 3280833 h 4251330"/>
              <a:gd name="connsiteX14" fmla="*/ 0 w 10561638"/>
              <a:gd name="connsiteY14" fmla="*/ 2296583 h 4251330"/>
              <a:gd name="connsiteX15" fmla="*/ 0 w 10561638"/>
              <a:gd name="connsiteY15" fmla="*/ 2296583 h 4251330"/>
              <a:gd name="connsiteX16" fmla="*/ 0 w 10561638"/>
              <a:gd name="connsiteY16" fmla="*/ 0 h 4251330"/>
              <a:gd name="connsiteX0" fmla="*/ 0 w 10561638"/>
              <a:gd name="connsiteY0" fmla="*/ 0 h 4251330"/>
              <a:gd name="connsiteX1" fmla="*/ 1760273 w 10561638"/>
              <a:gd name="connsiteY1" fmla="*/ 0 h 4251330"/>
              <a:gd name="connsiteX2" fmla="*/ 1760273 w 10561638"/>
              <a:gd name="connsiteY2" fmla="*/ 0 h 4251330"/>
              <a:gd name="connsiteX3" fmla="*/ 4400683 w 10561638"/>
              <a:gd name="connsiteY3" fmla="*/ 0 h 4251330"/>
              <a:gd name="connsiteX4" fmla="*/ 10561638 w 10561638"/>
              <a:gd name="connsiteY4" fmla="*/ 0 h 4251330"/>
              <a:gd name="connsiteX5" fmla="*/ 10561638 w 10561638"/>
              <a:gd name="connsiteY5" fmla="*/ 2296583 h 4251330"/>
              <a:gd name="connsiteX6" fmla="*/ 10561638 w 10561638"/>
              <a:gd name="connsiteY6" fmla="*/ 2296583 h 4251330"/>
              <a:gd name="connsiteX7" fmla="*/ 10561638 w 10561638"/>
              <a:gd name="connsiteY7" fmla="*/ 3280833 h 4251330"/>
              <a:gd name="connsiteX8" fmla="*/ 10561638 w 10561638"/>
              <a:gd name="connsiteY8" fmla="*/ 3937000 h 4251330"/>
              <a:gd name="connsiteX9" fmla="*/ 2343283 w 10561638"/>
              <a:gd name="connsiteY9" fmla="*/ 3962400 h 4251330"/>
              <a:gd name="connsiteX10" fmla="*/ 2077263 w 10561638"/>
              <a:gd name="connsiteY10" fmla="*/ 4251330 h 4251330"/>
              <a:gd name="connsiteX11" fmla="*/ 1760273 w 10561638"/>
              <a:gd name="connsiteY11" fmla="*/ 3937000 h 4251330"/>
              <a:gd name="connsiteX12" fmla="*/ 0 w 10561638"/>
              <a:gd name="connsiteY12" fmla="*/ 3937000 h 4251330"/>
              <a:gd name="connsiteX13" fmla="*/ 0 w 10561638"/>
              <a:gd name="connsiteY13" fmla="*/ 3280833 h 4251330"/>
              <a:gd name="connsiteX14" fmla="*/ 0 w 10561638"/>
              <a:gd name="connsiteY14" fmla="*/ 2296583 h 4251330"/>
              <a:gd name="connsiteX15" fmla="*/ 0 w 10561638"/>
              <a:gd name="connsiteY15" fmla="*/ 2296583 h 4251330"/>
              <a:gd name="connsiteX16" fmla="*/ 0 w 10561638"/>
              <a:gd name="connsiteY16" fmla="*/ 0 h 4251330"/>
              <a:gd name="connsiteX0" fmla="*/ 0 w 10561638"/>
              <a:gd name="connsiteY0" fmla="*/ 0 h 4251330"/>
              <a:gd name="connsiteX1" fmla="*/ 1760273 w 10561638"/>
              <a:gd name="connsiteY1" fmla="*/ 0 h 4251330"/>
              <a:gd name="connsiteX2" fmla="*/ 1760273 w 10561638"/>
              <a:gd name="connsiteY2" fmla="*/ 0 h 4251330"/>
              <a:gd name="connsiteX3" fmla="*/ 4400683 w 10561638"/>
              <a:gd name="connsiteY3" fmla="*/ 0 h 4251330"/>
              <a:gd name="connsiteX4" fmla="*/ 10561638 w 10561638"/>
              <a:gd name="connsiteY4" fmla="*/ 0 h 4251330"/>
              <a:gd name="connsiteX5" fmla="*/ 10561638 w 10561638"/>
              <a:gd name="connsiteY5" fmla="*/ 2296583 h 4251330"/>
              <a:gd name="connsiteX6" fmla="*/ 10561638 w 10561638"/>
              <a:gd name="connsiteY6" fmla="*/ 2296583 h 4251330"/>
              <a:gd name="connsiteX7" fmla="*/ 10561638 w 10561638"/>
              <a:gd name="connsiteY7" fmla="*/ 3280833 h 4251330"/>
              <a:gd name="connsiteX8" fmla="*/ 10561638 w 10561638"/>
              <a:gd name="connsiteY8" fmla="*/ 3937000 h 4251330"/>
              <a:gd name="connsiteX9" fmla="*/ 2343283 w 10561638"/>
              <a:gd name="connsiteY9" fmla="*/ 3924300 h 4251330"/>
              <a:gd name="connsiteX10" fmla="*/ 2077263 w 10561638"/>
              <a:gd name="connsiteY10" fmla="*/ 4251330 h 4251330"/>
              <a:gd name="connsiteX11" fmla="*/ 1760273 w 10561638"/>
              <a:gd name="connsiteY11" fmla="*/ 3937000 h 4251330"/>
              <a:gd name="connsiteX12" fmla="*/ 0 w 10561638"/>
              <a:gd name="connsiteY12" fmla="*/ 3937000 h 4251330"/>
              <a:gd name="connsiteX13" fmla="*/ 0 w 10561638"/>
              <a:gd name="connsiteY13" fmla="*/ 3280833 h 4251330"/>
              <a:gd name="connsiteX14" fmla="*/ 0 w 10561638"/>
              <a:gd name="connsiteY14" fmla="*/ 2296583 h 4251330"/>
              <a:gd name="connsiteX15" fmla="*/ 0 w 10561638"/>
              <a:gd name="connsiteY15" fmla="*/ 2296583 h 4251330"/>
              <a:gd name="connsiteX16" fmla="*/ 0 w 10561638"/>
              <a:gd name="connsiteY16" fmla="*/ 0 h 42513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561638" h="4251330">
                <a:moveTo>
                  <a:pt x="0" y="0"/>
                </a:moveTo>
                <a:lnTo>
                  <a:pt x="1760273" y="0"/>
                </a:lnTo>
                <a:lnTo>
                  <a:pt x="1760273" y="0"/>
                </a:lnTo>
                <a:lnTo>
                  <a:pt x="4400683" y="0"/>
                </a:lnTo>
                <a:lnTo>
                  <a:pt x="10561638" y="0"/>
                </a:lnTo>
                <a:lnTo>
                  <a:pt x="10561638" y="2296583"/>
                </a:lnTo>
                <a:lnTo>
                  <a:pt x="10561638" y="2296583"/>
                </a:lnTo>
                <a:lnTo>
                  <a:pt x="10561638" y="3280833"/>
                </a:lnTo>
                <a:lnTo>
                  <a:pt x="10561638" y="3937000"/>
                </a:lnTo>
                <a:lnTo>
                  <a:pt x="2343283" y="3924300"/>
                </a:lnTo>
                <a:lnTo>
                  <a:pt x="2077263" y="4251330"/>
                </a:lnTo>
                <a:lnTo>
                  <a:pt x="1760273" y="3937000"/>
                </a:lnTo>
                <a:lnTo>
                  <a:pt x="0" y="3937000"/>
                </a:lnTo>
                <a:lnTo>
                  <a:pt x="0" y="3280833"/>
                </a:lnTo>
                <a:lnTo>
                  <a:pt x="0" y="2296583"/>
                </a:lnTo>
                <a:lnTo>
                  <a:pt x="0" y="2296583"/>
                </a:lnTo>
                <a:lnTo>
                  <a:pt x="0" y="0"/>
                </a:lnTo>
                <a:close/>
              </a:path>
            </a:pathLst>
          </a:custGeom>
          <a:blipFill>
            <a:blip r:embed="rId2">
              <a:duotone>
                <a:schemeClr val="accent1">
                  <a:tint val="98000"/>
                  <a:lumMod val="102000"/>
                </a:schemeClr>
                <a:schemeClr val="accent1">
                  <a:shade val="98000"/>
                  <a:lumMod val="98000"/>
                </a:schemeClr>
              </a:duotone>
            </a:blip>
            <a:tile tx="0" ty="0" sx="100000" sy="100000" flip="none" algn="tl"/>
          </a:blipFill>
          <a:effectLst>
            <a:innerShdw blurRad="63500" dist="50800" dir="5400000">
              <a:prstClr val="black">
                <a:alpha val="50000"/>
              </a:prstClr>
            </a:innerShdw>
          </a:effectLst>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3" name="Date Placeholder 2">
            <a:extLst>
              <a:ext uri="{FF2B5EF4-FFF2-40B4-BE49-F238E27FC236}">
                <a16:creationId xmlns:a16="http://schemas.microsoft.com/office/drawing/2014/main" id="{F1FE71A4-2AD7-44A1-9075-3AB1A226C1C2}"/>
              </a:ext>
            </a:extLst>
          </p:cNvPr>
          <p:cNvSpPr>
            <a:spLocks noGrp="1"/>
          </p:cNvSpPr>
          <p:nvPr>
            <p:ph type="dt" sz="half" idx="15"/>
          </p:nvPr>
        </p:nvSpPr>
        <p:spPr/>
        <p:txBody>
          <a:bodyPr/>
          <a:lstStyle/>
          <a:p>
            <a:fld id="{FB7F6C47-B260-4BB6-8230-7D14D5CDE026}" type="datetimeFigureOut">
              <a:rPr lang="en-US" noProof="0" smtClean="0"/>
              <a:t>6/15/2025</a:t>
            </a:fld>
            <a:endParaRPr lang="en-US" noProof="0" dirty="0"/>
          </a:p>
        </p:txBody>
      </p:sp>
      <p:sp>
        <p:nvSpPr>
          <p:cNvPr id="4" name="Footer Placeholder 3">
            <a:extLst>
              <a:ext uri="{FF2B5EF4-FFF2-40B4-BE49-F238E27FC236}">
                <a16:creationId xmlns:a16="http://schemas.microsoft.com/office/drawing/2014/main" id="{0F5F74D3-28C0-4AA1-8508-75D32DA3C2A0}"/>
              </a:ext>
            </a:extLst>
          </p:cNvPr>
          <p:cNvSpPr>
            <a:spLocks noGrp="1"/>
          </p:cNvSpPr>
          <p:nvPr>
            <p:ph type="ftr" sz="quarter" idx="16"/>
          </p:nvPr>
        </p:nvSpPr>
        <p:spPr/>
        <p:txBody>
          <a:bodyPr/>
          <a:lstStyle/>
          <a:p>
            <a:r>
              <a:rPr lang="en-US" noProof="0" dirty="0"/>
              <a:t>Add a footer</a:t>
            </a:r>
          </a:p>
        </p:txBody>
      </p:sp>
      <p:sp>
        <p:nvSpPr>
          <p:cNvPr id="8" name="Slide Number Placeholder 7">
            <a:extLst>
              <a:ext uri="{FF2B5EF4-FFF2-40B4-BE49-F238E27FC236}">
                <a16:creationId xmlns:a16="http://schemas.microsoft.com/office/drawing/2014/main" id="{77D83112-B341-46D2-8B30-46DBC3DAE35A}"/>
              </a:ext>
            </a:extLst>
          </p:cNvPr>
          <p:cNvSpPr>
            <a:spLocks noGrp="1"/>
          </p:cNvSpPr>
          <p:nvPr>
            <p:ph type="sldNum" sz="quarter" idx="17"/>
          </p:nvPr>
        </p:nvSpPr>
        <p:spPr/>
        <p:txBody>
          <a:bodyPr/>
          <a:lstStyle/>
          <a:p>
            <a:fld id="{A4942799-31AF-4FF8-9D79-C1A3E01FB207}" type="slidenum">
              <a:rPr lang="en-US" noProof="0" smtClean="0"/>
              <a:t>‹#›</a:t>
            </a:fld>
            <a:endParaRPr lang="en-US" noProof="0" dirty="0"/>
          </a:p>
        </p:txBody>
      </p:sp>
    </p:spTree>
    <p:extLst>
      <p:ext uri="{BB962C8B-B14F-4D97-AF65-F5344CB8AC3E}">
        <p14:creationId xmlns:p14="http://schemas.microsoft.com/office/powerpoint/2010/main" val="23311174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1" name="Freeform 6"/>
          <p:cNvSpPr/>
          <p:nvPr/>
        </p:nvSpPr>
        <p:spPr bwMode="ltGray">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5400000">
              <a:prstClr val="black">
                <a:alpha val="50000"/>
              </a:prstClr>
            </a:innerShdw>
          </a:effectLst>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447188"/>
            <a:ext cx="10571998" cy="970450"/>
          </a:xfrm>
        </p:spPr>
        <p:txBody>
          <a:bodyPr anchor="ctr" anchorCtr="0"/>
          <a:lstStyle>
            <a:lvl1pPr>
              <a:defRPr b="0"/>
            </a:lvl1pPr>
          </a:lstStyle>
          <a:p>
            <a:r>
              <a:rPr lang="en-US" smtClean="0"/>
              <a:t>Click to edit Master title style</a:t>
            </a:r>
            <a:endParaRPr lang="en-US" dirty="0"/>
          </a:p>
        </p:txBody>
      </p:sp>
      <p:sp>
        <p:nvSpPr>
          <p:cNvPr id="3" name="Content Placeholder 2"/>
          <p:cNvSpPr>
            <a:spLocks noGrp="1"/>
          </p:cNvSpPr>
          <p:nvPr>
            <p:ph idx="1"/>
          </p:nvPr>
        </p:nvSpPr>
        <p:spPr>
          <a:xfrm>
            <a:off x="818712" y="2222287"/>
            <a:ext cx="10554574" cy="363651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a:extLst>
              <a:ext uri="{FF2B5EF4-FFF2-40B4-BE49-F238E27FC236}">
                <a16:creationId xmlns:a16="http://schemas.microsoft.com/office/drawing/2014/main" id="{2913A633-0BBE-491F-94FD-A319FC7D2B1A}"/>
              </a:ext>
            </a:extLst>
          </p:cNvPr>
          <p:cNvSpPr>
            <a:spLocks noGrp="1"/>
          </p:cNvSpPr>
          <p:nvPr>
            <p:ph type="dt" sz="half" idx="10"/>
          </p:nvPr>
        </p:nvSpPr>
        <p:spPr/>
        <p:txBody>
          <a:bodyPr/>
          <a:lstStyle/>
          <a:p>
            <a:fld id="{FB7F6C47-B260-4BB6-8230-7D14D5CDE026}" type="datetimeFigureOut">
              <a:rPr lang="en-US" noProof="0" smtClean="0"/>
              <a:t>6/15/2025</a:t>
            </a:fld>
            <a:endParaRPr lang="en-US" noProof="0" dirty="0"/>
          </a:p>
        </p:txBody>
      </p:sp>
      <p:sp>
        <p:nvSpPr>
          <p:cNvPr id="8" name="Footer Placeholder 7">
            <a:extLst>
              <a:ext uri="{FF2B5EF4-FFF2-40B4-BE49-F238E27FC236}">
                <a16:creationId xmlns:a16="http://schemas.microsoft.com/office/drawing/2014/main" id="{9916FEDE-3F7F-4F2C-A341-BDA56AA7C2AC}"/>
              </a:ext>
            </a:extLst>
          </p:cNvPr>
          <p:cNvSpPr>
            <a:spLocks noGrp="1"/>
          </p:cNvSpPr>
          <p:nvPr>
            <p:ph type="ftr" sz="quarter" idx="11"/>
          </p:nvPr>
        </p:nvSpPr>
        <p:spPr/>
        <p:txBody>
          <a:bodyPr/>
          <a:lstStyle/>
          <a:p>
            <a:r>
              <a:rPr lang="en-US" noProof="0" dirty="0"/>
              <a:t>Add a footer</a:t>
            </a:r>
          </a:p>
        </p:txBody>
      </p:sp>
      <p:sp>
        <p:nvSpPr>
          <p:cNvPr id="9" name="Slide Number Placeholder 8">
            <a:extLst>
              <a:ext uri="{FF2B5EF4-FFF2-40B4-BE49-F238E27FC236}">
                <a16:creationId xmlns:a16="http://schemas.microsoft.com/office/drawing/2014/main" id="{0C1EE25F-3E3B-45D3-B259-498E69BF2D67}"/>
              </a:ext>
            </a:extLst>
          </p:cNvPr>
          <p:cNvSpPr>
            <a:spLocks noGrp="1"/>
          </p:cNvSpPr>
          <p:nvPr>
            <p:ph type="sldNum" sz="quarter" idx="12"/>
          </p:nvPr>
        </p:nvSpPr>
        <p:spPr/>
        <p:txBody>
          <a:bodyPr/>
          <a:lstStyle/>
          <a:p>
            <a:fld id="{A4942799-31AF-4FF8-9D79-C1A3E01FB207}" type="slidenum">
              <a:rPr lang="en-US" noProof="0" smtClean="0"/>
              <a:t>‹#›</a:t>
            </a:fld>
            <a:endParaRPr lang="en-US" noProof="0" dirty="0"/>
          </a:p>
        </p:txBody>
      </p:sp>
    </p:spTree>
    <p:extLst>
      <p:ext uri="{BB962C8B-B14F-4D97-AF65-F5344CB8AC3E}">
        <p14:creationId xmlns:p14="http://schemas.microsoft.com/office/powerpoint/2010/main" val="42402816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 name="Freeform 7"/>
          <p:cNvSpPr/>
          <p:nvPr/>
        </p:nvSpPr>
        <p:spPr bwMode="ltGray">
          <a:xfrm>
            <a:off x="0" y="1"/>
            <a:ext cx="12192000" cy="5203825"/>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a:effectLst>
            <a:innerShdw blurRad="63500" dist="50800" dir="5400000">
              <a:prstClr val="black">
                <a:alpha val="50000"/>
              </a:prstClr>
            </a:innerShdw>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606669"/>
            <a:ext cx="10561418" cy="3813527"/>
          </a:xfrm>
        </p:spPr>
        <p:txBody>
          <a:bodyPr anchor="ctr" anchorCtr="0"/>
          <a:lstStyle>
            <a:lvl1pPr algn="ctr">
              <a:defRPr sz="48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810000" y="5281201"/>
            <a:ext cx="10561418" cy="433955"/>
          </a:xfrm>
        </p:spPr>
        <p:txBody>
          <a:bodyPr anchor="ctr" anchorCtr="0">
            <a:noAutofit/>
          </a:bodyPr>
          <a:lstStyle>
            <a:lvl1pPr marL="0" indent="0" algn="r">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7" name="Date Placeholder 6">
            <a:extLst>
              <a:ext uri="{FF2B5EF4-FFF2-40B4-BE49-F238E27FC236}">
                <a16:creationId xmlns:a16="http://schemas.microsoft.com/office/drawing/2014/main" id="{D4F5D18E-4241-429D-BEDB-6A7415C52F3D}"/>
              </a:ext>
            </a:extLst>
          </p:cNvPr>
          <p:cNvSpPr>
            <a:spLocks noGrp="1"/>
          </p:cNvSpPr>
          <p:nvPr>
            <p:ph type="dt" sz="half" idx="10"/>
          </p:nvPr>
        </p:nvSpPr>
        <p:spPr/>
        <p:txBody>
          <a:bodyPr/>
          <a:lstStyle/>
          <a:p>
            <a:fld id="{FB7F6C47-B260-4BB6-8230-7D14D5CDE026}" type="datetimeFigureOut">
              <a:rPr lang="en-US" noProof="0" smtClean="0"/>
              <a:t>6/15/2025</a:t>
            </a:fld>
            <a:endParaRPr lang="en-US" noProof="0" dirty="0"/>
          </a:p>
        </p:txBody>
      </p:sp>
      <p:sp>
        <p:nvSpPr>
          <p:cNvPr id="8" name="Footer Placeholder 7">
            <a:extLst>
              <a:ext uri="{FF2B5EF4-FFF2-40B4-BE49-F238E27FC236}">
                <a16:creationId xmlns:a16="http://schemas.microsoft.com/office/drawing/2014/main" id="{7F5CFD55-6AD5-4B7E-AC33-483174EF1EBD}"/>
              </a:ext>
            </a:extLst>
          </p:cNvPr>
          <p:cNvSpPr>
            <a:spLocks noGrp="1"/>
          </p:cNvSpPr>
          <p:nvPr>
            <p:ph type="ftr" sz="quarter" idx="11"/>
          </p:nvPr>
        </p:nvSpPr>
        <p:spPr/>
        <p:txBody>
          <a:bodyPr/>
          <a:lstStyle/>
          <a:p>
            <a:r>
              <a:rPr lang="en-US" noProof="0" dirty="0"/>
              <a:t>Add a footer</a:t>
            </a:r>
          </a:p>
        </p:txBody>
      </p:sp>
      <p:sp>
        <p:nvSpPr>
          <p:cNvPr id="9" name="Slide Number Placeholder 8">
            <a:extLst>
              <a:ext uri="{FF2B5EF4-FFF2-40B4-BE49-F238E27FC236}">
                <a16:creationId xmlns:a16="http://schemas.microsoft.com/office/drawing/2014/main" id="{514D43F5-DCFF-4B29-AC19-0BF28605BA8B}"/>
              </a:ext>
            </a:extLst>
          </p:cNvPr>
          <p:cNvSpPr>
            <a:spLocks noGrp="1"/>
          </p:cNvSpPr>
          <p:nvPr>
            <p:ph type="sldNum" sz="quarter" idx="12"/>
          </p:nvPr>
        </p:nvSpPr>
        <p:spPr/>
        <p:txBody>
          <a:bodyPr/>
          <a:lstStyle/>
          <a:p>
            <a:fld id="{A4942799-31AF-4FF8-9D79-C1A3E01FB207}" type="slidenum">
              <a:rPr lang="en-US" noProof="0" smtClean="0"/>
              <a:t>‹#›</a:t>
            </a:fld>
            <a:endParaRPr lang="en-US" noProof="0" dirty="0"/>
          </a:p>
        </p:txBody>
      </p:sp>
    </p:spTree>
    <p:extLst>
      <p:ext uri="{BB962C8B-B14F-4D97-AF65-F5344CB8AC3E}">
        <p14:creationId xmlns:p14="http://schemas.microsoft.com/office/powerpoint/2010/main" val="35764053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6"/>
          <p:cNvSpPr/>
          <p:nvPr/>
        </p:nvSpPr>
        <p:spPr bwMode="ltGray">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5400000">
              <a:prstClr val="black">
                <a:alpha val="50000"/>
              </a:prstClr>
            </a:innerShdw>
          </a:effectLst>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nchor="ctr" anchorCtr="0"/>
          <a:lstStyle>
            <a:lvl1pPr>
              <a:defRPr b="0"/>
            </a:lvl1pPr>
          </a:lstStyle>
          <a:p>
            <a:r>
              <a:rPr lang="en-US" smtClean="0"/>
              <a:t>Click to edit Master title style</a:t>
            </a:r>
            <a:endParaRPr lang="en-US" dirty="0"/>
          </a:p>
        </p:txBody>
      </p:sp>
      <p:sp>
        <p:nvSpPr>
          <p:cNvPr id="3" name="Text Placeholder 2"/>
          <p:cNvSpPr>
            <a:spLocks noGrp="1"/>
          </p:cNvSpPr>
          <p:nvPr>
            <p:ph type="body" idx="1"/>
          </p:nvPr>
        </p:nvSpPr>
        <p:spPr>
          <a:xfrm>
            <a:off x="814728" y="2174875"/>
            <a:ext cx="5189857"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14729" y="2751138"/>
            <a:ext cx="5189856" cy="3109913"/>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87415" y="2174875"/>
            <a:ext cx="5194583"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87415" y="2751138"/>
            <a:ext cx="5194583" cy="3109913"/>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1" name="Date Placeholder 10">
            <a:extLst>
              <a:ext uri="{FF2B5EF4-FFF2-40B4-BE49-F238E27FC236}">
                <a16:creationId xmlns:a16="http://schemas.microsoft.com/office/drawing/2014/main" id="{B3473E37-6504-470F-92FA-792C3ACA4FEC}"/>
              </a:ext>
            </a:extLst>
          </p:cNvPr>
          <p:cNvSpPr>
            <a:spLocks noGrp="1"/>
          </p:cNvSpPr>
          <p:nvPr>
            <p:ph type="dt" sz="half" idx="10"/>
          </p:nvPr>
        </p:nvSpPr>
        <p:spPr/>
        <p:txBody>
          <a:bodyPr/>
          <a:lstStyle/>
          <a:p>
            <a:fld id="{FB7F6C47-B260-4BB6-8230-7D14D5CDE026}" type="datetimeFigureOut">
              <a:rPr lang="en-US" noProof="0" smtClean="0"/>
              <a:t>6/15/2025</a:t>
            </a:fld>
            <a:endParaRPr lang="en-US" noProof="0" dirty="0"/>
          </a:p>
        </p:txBody>
      </p:sp>
      <p:sp>
        <p:nvSpPr>
          <p:cNvPr id="12" name="Footer Placeholder 11">
            <a:extLst>
              <a:ext uri="{FF2B5EF4-FFF2-40B4-BE49-F238E27FC236}">
                <a16:creationId xmlns:a16="http://schemas.microsoft.com/office/drawing/2014/main" id="{7523DE74-18E2-4EF3-A1FC-8A32CCFE2666}"/>
              </a:ext>
            </a:extLst>
          </p:cNvPr>
          <p:cNvSpPr>
            <a:spLocks noGrp="1"/>
          </p:cNvSpPr>
          <p:nvPr>
            <p:ph type="ftr" sz="quarter" idx="11"/>
          </p:nvPr>
        </p:nvSpPr>
        <p:spPr/>
        <p:txBody>
          <a:bodyPr/>
          <a:lstStyle/>
          <a:p>
            <a:r>
              <a:rPr lang="en-US" noProof="0" dirty="0"/>
              <a:t>Add a footer</a:t>
            </a:r>
          </a:p>
        </p:txBody>
      </p:sp>
      <p:sp>
        <p:nvSpPr>
          <p:cNvPr id="13" name="Slide Number Placeholder 12">
            <a:extLst>
              <a:ext uri="{FF2B5EF4-FFF2-40B4-BE49-F238E27FC236}">
                <a16:creationId xmlns:a16="http://schemas.microsoft.com/office/drawing/2014/main" id="{51B4AF82-5505-4A7E-AA81-139F21451D9A}"/>
              </a:ext>
            </a:extLst>
          </p:cNvPr>
          <p:cNvSpPr>
            <a:spLocks noGrp="1"/>
          </p:cNvSpPr>
          <p:nvPr>
            <p:ph type="sldNum" sz="quarter" idx="12"/>
          </p:nvPr>
        </p:nvSpPr>
        <p:spPr/>
        <p:txBody>
          <a:bodyPr/>
          <a:lstStyle/>
          <a:p>
            <a:fld id="{A4942799-31AF-4FF8-9D79-C1A3E01FB207}" type="slidenum">
              <a:rPr lang="en-US" noProof="0" smtClean="0"/>
              <a:t>‹#›</a:t>
            </a:fld>
            <a:endParaRPr lang="en-US" noProof="0" dirty="0"/>
          </a:p>
        </p:txBody>
      </p:sp>
    </p:spTree>
    <p:extLst>
      <p:ext uri="{BB962C8B-B14F-4D97-AF65-F5344CB8AC3E}">
        <p14:creationId xmlns:p14="http://schemas.microsoft.com/office/powerpoint/2010/main" val="335506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Freeform 6"/>
          <p:cNvSpPr/>
          <p:nvPr/>
        </p:nvSpPr>
        <p:spPr bwMode="ltGray">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ffectLst>
            <a:innerShdw blurRad="63500" dist="50800" dir="5400000">
              <a:prstClr val="black">
                <a:alpha val="50000"/>
              </a:prstClr>
            </a:innerShdw>
          </a:effectLst>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nchor="ctr" anchorCtr="0"/>
          <a:lstStyle>
            <a:lvl1pPr>
              <a:defRPr b="0"/>
            </a:lvl1pPr>
          </a:lstStyle>
          <a:p>
            <a:r>
              <a:rPr lang="en-US" noProof="0" smtClean="0"/>
              <a:t>Click to edit Master title style</a:t>
            </a:r>
            <a:endParaRPr lang="en-US" noProof="0"/>
          </a:p>
        </p:txBody>
      </p:sp>
      <p:sp>
        <p:nvSpPr>
          <p:cNvPr id="7" name="Date Placeholder 6">
            <a:extLst>
              <a:ext uri="{FF2B5EF4-FFF2-40B4-BE49-F238E27FC236}">
                <a16:creationId xmlns:a16="http://schemas.microsoft.com/office/drawing/2014/main" id="{93AF03C3-E3F3-4845-8D9E-9BD2A676707E}"/>
              </a:ext>
            </a:extLst>
          </p:cNvPr>
          <p:cNvSpPr>
            <a:spLocks noGrp="1"/>
          </p:cNvSpPr>
          <p:nvPr>
            <p:ph type="dt" sz="half" idx="10"/>
          </p:nvPr>
        </p:nvSpPr>
        <p:spPr/>
        <p:txBody>
          <a:bodyPr/>
          <a:lstStyle/>
          <a:p>
            <a:fld id="{FB7F6C47-B260-4BB6-8230-7D14D5CDE026}" type="datetimeFigureOut">
              <a:rPr lang="en-US" noProof="0" smtClean="0"/>
              <a:t>6/15/2025</a:t>
            </a:fld>
            <a:endParaRPr lang="en-US" noProof="0" dirty="0"/>
          </a:p>
        </p:txBody>
      </p:sp>
      <p:sp>
        <p:nvSpPr>
          <p:cNvPr id="8" name="Footer Placeholder 7">
            <a:extLst>
              <a:ext uri="{FF2B5EF4-FFF2-40B4-BE49-F238E27FC236}">
                <a16:creationId xmlns:a16="http://schemas.microsoft.com/office/drawing/2014/main" id="{DB9C7230-29FF-42F2-A662-1BC1D19C5003}"/>
              </a:ext>
            </a:extLst>
          </p:cNvPr>
          <p:cNvSpPr>
            <a:spLocks noGrp="1"/>
          </p:cNvSpPr>
          <p:nvPr>
            <p:ph type="ftr" sz="quarter" idx="11"/>
          </p:nvPr>
        </p:nvSpPr>
        <p:spPr/>
        <p:txBody>
          <a:bodyPr/>
          <a:lstStyle/>
          <a:p>
            <a:r>
              <a:rPr lang="en-US" noProof="0" dirty="0"/>
              <a:t>Add a footer</a:t>
            </a:r>
          </a:p>
        </p:txBody>
      </p:sp>
      <p:sp>
        <p:nvSpPr>
          <p:cNvPr id="9" name="Slide Number Placeholder 8">
            <a:extLst>
              <a:ext uri="{FF2B5EF4-FFF2-40B4-BE49-F238E27FC236}">
                <a16:creationId xmlns:a16="http://schemas.microsoft.com/office/drawing/2014/main" id="{99EBD02D-5A68-4A14-892F-DE4953F2E3DD}"/>
              </a:ext>
            </a:extLst>
          </p:cNvPr>
          <p:cNvSpPr>
            <a:spLocks noGrp="1"/>
          </p:cNvSpPr>
          <p:nvPr>
            <p:ph type="sldNum" sz="quarter" idx="12"/>
          </p:nvPr>
        </p:nvSpPr>
        <p:spPr/>
        <p:txBody>
          <a:bodyPr/>
          <a:lstStyle/>
          <a:p>
            <a:fld id="{A4942799-31AF-4FF8-9D79-C1A3E01FB207}" type="slidenum">
              <a:rPr lang="en-US" noProof="0" smtClean="0"/>
              <a:t>‹#›</a:t>
            </a:fld>
            <a:endParaRPr lang="en-US" noProof="0" dirty="0"/>
          </a:p>
        </p:txBody>
      </p:sp>
    </p:spTree>
    <p:extLst>
      <p:ext uri="{BB962C8B-B14F-4D97-AF65-F5344CB8AC3E}">
        <p14:creationId xmlns:p14="http://schemas.microsoft.com/office/powerpoint/2010/main" val="18981268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F76D14D8-4D13-4DFE-938B-B710F891BBA2}"/>
              </a:ext>
            </a:extLst>
          </p:cNvPr>
          <p:cNvSpPr>
            <a:spLocks noGrp="1"/>
          </p:cNvSpPr>
          <p:nvPr>
            <p:ph type="dt" sz="half" idx="10"/>
          </p:nvPr>
        </p:nvSpPr>
        <p:spPr/>
        <p:txBody>
          <a:bodyPr/>
          <a:lstStyle/>
          <a:p>
            <a:fld id="{FB7F6C47-B260-4BB6-8230-7D14D5CDE026}" type="datetimeFigureOut">
              <a:rPr lang="en-US" noProof="0" smtClean="0"/>
              <a:t>6/15/2025</a:t>
            </a:fld>
            <a:endParaRPr lang="en-US" noProof="0" dirty="0"/>
          </a:p>
        </p:txBody>
      </p:sp>
      <p:sp>
        <p:nvSpPr>
          <p:cNvPr id="6" name="Footer Placeholder 5">
            <a:extLst>
              <a:ext uri="{FF2B5EF4-FFF2-40B4-BE49-F238E27FC236}">
                <a16:creationId xmlns:a16="http://schemas.microsoft.com/office/drawing/2014/main" id="{6864B8A5-6021-4208-A587-B45576E66D48}"/>
              </a:ext>
            </a:extLst>
          </p:cNvPr>
          <p:cNvSpPr>
            <a:spLocks noGrp="1"/>
          </p:cNvSpPr>
          <p:nvPr>
            <p:ph type="ftr" sz="quarter" idx="11"/>
          </p:nvPr>
        </p:nvSpPr>
        <p:spPr/>
        <p:txBody>
          <a:bodyPr/>
          <a:lstStyle/>
          <a:p>
            <a:r>
              <a:rPr lang="en-US" noProof="0" dirty="0"/>
              <a:t>Add a footer</a:t>
            </a:r>
          </a:p>
        </p:txBody>
      </p:sp>
      <p:sp>
        <p:nvSpPr>
          <p:cNvPr id="7" name="Slide Number Placeholder 6">
            <a:extLst>
              <a:ext uri="{FF2B5EF4-FFF2-40B4-BE49-F238E27FC236}">
                <a16:creationId xmlns:a16="http://schemas.microsoft.com/office/drawing/2014/main" id="{53C96ABC-E632-4853-B7CC-A2FB4B7CF144}"/>
              </a:ext>
            </a:extLst>
          </p:cNvPr>
          <p:cNvSpPr>
            <a:spLocks noGrp="1"/>
          </p:cNvSpPr>
          <p:nvPr>
            <p:ph type="sldNum" sz="quarter" idx="12"/>
          </p:nvPr>
        </p:nvSpPr>
        <p:spPr/>
        <p:txBody>
          <a:bodyPr/>
          <a:lstStyle/>
          <a:p>
            <a:fld id="{A4942799-31AF-4FF8-9D79-C1A3E01FB207}" type="slidenum">
              <a:rPr lang="en-US" noProof="0" smtClean="0"/>
              <a:t>‹#›</a:t>
            </a:fld>
            <a:endParaRPr lang="en-US" noProof="0" dirty="0"/>
          </a:p>
        </p:txBody>
      </p:sp>
    </p:spTree>
    <p:extLst>
      <p:ext uri="{BB962C8B-B14F-4D97-AF65-F5344CB8AC3E}">
        <p14:creationId xmlns:p14="http://schemas.microsoft.com/office/powerpoint/2010/main" val="33403657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2" name="Freeform 6"/>
          <p:cNvSpPr>
            <a:spLocks noChangeAspect="1"/>
          </p:cNvSpPr>
          <p:nvPr/>
        </p:nvSpPr>
        <p:spPr bwMode="ltGray">
          <a:xfrm>
            <a:off x="1073151" y="446087"/>
            <a:ext cx="3547533" cy="2838449"/>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effectLst>
            <a:innerShdw blurRad="114300">
              <a:prstClr val="black"/>
            </a:innerShdw>
          </a:effectLst>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1073151" y="446088"/>
            <a:ext cx="3547533" cy="2576512"/>
          </a:xfrm>
        </p:spPr>
        <p:txBody>
          <a:bodyPr anchor="ctr" anchorCtr="0"/>
          <a:lstStyle>
            <a:lvl1pPr algn="l">
              <a:defRPr sz="4000" b="0"/>
            </a:lvl1pPr>
          </a:lstStyle>
          <a:p>
            <a:r>
              <a:rPr lang="en-US" noProof="0" smtClean="0"/>
              <a:t>Click to edit Master title style</a:t>
            </a:r>
            <a:endParaRPr lang="en-US" noProof="0"/>
          </a:p>
        </p:txBody>
      </p:sp>
      <p:sp>
        <p:nvSpPr>
          <p:cNvPr id="3" name="Content Placeholder 2"/>
          <p:cNvSpPr>
            <a:spLocks noGrp="1"/>
          </p:cNvSpPr>
          <p:nvPr>
            <p:ph idx="1" hasCustomPrompt="1"/>
          </p:nvPr>
        </p:nvSpPr>
        <p:spPr>
          <a:xfrm>
            <a:off x="4855633" y="446088"/>
            <a:ext cx="6252633" cy="5414963"/>
          </a:xfrm>
        </p:spPr>
        <p:txBody>
          <a:bodyPr>
            <a:norm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Text Placeholder 3"/>
          <p:cNvSpPr>
            <a:spLocks noGrp="1"/>
          </p:cNvSpPr>
          <p:nvPr>
            <p:ph type="body" sz="half" idx="2" hasCustomPrompt="1"/>
          </p:nvPr>
        </p:nvSpPr>
        <p:spPr>
          <a:xfrm>
            <a:off x="1073151" y="3022600"/>
            <a:ext cx="3547533" cy="2838449"/>
          </a:xfrm>
        </p:spPr>
        <p:txBody>
          <a:bodyPr>
            <a:normAutofit/>
          </a:bodyPr>
          <a:lstStyle>
            <a:lvl1pPr marL="0" indent="0">
              <a:buNone/>
              <a:defRPr sz="2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noProof="0"/>
              <a:t>Edit Master text styles</a:t>
            </a:r>
          </a:p>
        </p:txBody>
      </p:sp>
      <p:sp>
        <p:nvSpPr>
          <p:cNvPr id="8" name="Date Placeholder 7">
            <a:extLst>
              <a:ext uri="{FF2B5EF4-FFF2-40B4-BE49-F238E27FC236}">
                <a16:creationId xmlns:a16="http://schemas.microsoft.com/office/drawing/2014/main" id="{CBF97433-9C09-4B71-A1E0-24F75011D99C}"/>
              </a:ext>
            </a:extLst>
          </p:cNvPr>
          <p:cNvSpPr>
            <a:spLocks noGrp="1"/>
          </p:cNvSpPr>
          <p:nvPr>
            <p:ph type="dt" sz="half" idx="10"/>
          </p:nvPr>
        </p:nvSpPr>
        <p:spPr/>
        <p:txBody>
          <a:bodyPr/>
          <a:lstStyle/>
          <a:p>
            <a:fld id="{FB7F6C47-B260-4BB6-8230-7D14D5CDE026}" type="datetimeFigureOut">
              <a:rPr lang="en-US" noProof="0" smtClean="0"/>
              <a:t>6/15/2025</a:t>
            </a:fld>
            <a:endParaRPr lang="en-US" noProof="0" dirty="0"/>
          </a:p>
        </p:txBody>
      </p:sp>
      <p:sp>
        <p:nvSpPr>
          <p:cNvPr id="9" name="Footer Placeholder 8">
            <a:extLst>
              <a:ext uri="{FF2B5EF4-FFF2-40B4-BE49-F238E27FC236}">
                <a16:creationId xmlns:a16="http://schemas.microsoft.com/office/drawing/2014/main" id="{46EDA271-FE91-46E6-ABB5-0A3AD2448B21}"/>
              </a:ext>
            </a:extLst>
          </p:cNvPr>
          <p:cNvSpPr>
            <a:spLocks noGrp="1"/>
          </p:cNvSpPr>
          <p:nvPr>
            <p:ph type="ftr" sz="quarter" idx="11"/>
          </p:nvPr>
        </p:nvSpPr>
        <p:spPr/>
        <p:txBody>
          <a:bodyPr/>
          <a:lstStyle/>
          <a:p>
            <a:r>
              <a:rPr lang="en-US" noProof="0" dirty="0"/>
              <a:t>Add a footer</a:t>
            </a:r>
          </a:p>
        </p:txBody>
      </p:sp>
      <p:sp>
        <p:nvSpPr>
          <p:cNvPr id="10" name="Slide Number Placeholder 9">
            <a:extLst>
              <a:ext uri="{FF2B5EF4-FFF2-40B4-BE49-F238E27FC236}">
                <a16:creationId xmlns:a16="http://schemas.microsoft.com/office/drawing/2014/main" id="{C44DCFF3-B944-4C24-A12C-689D1FF794E8}"/>
              </a:ext>
            </a:extLst>
          </p:cNvPr>
          <p:cNvSpPr>
            <a:spLocks noGrp="1"/>
          </p:cNvSpPr>
          <p:nvPr>
            <p:ph type="sldNum" sz="quarter" idx="12"/>
          </p:nvPr>
        </p:nvSpPr>
        <p:spPr/>
        <p:txBody>
          <a:bodyPr/>
          <a:lstStyle/>
          <a:p>
            <a:fld id="{A4942799-31AF-4FF8-9D79-C1A3E01FB207}" type="slidenum">
              <a:rPr lang="en-US" noProof="0" smtClean="0"/>
              <a:t>‹#›</a:t>
            </a:fld>
            <a:endParaRPr lang="en-US" noProof="0" dirty="0"/>
          </a:p>
        </p:txBody>
      </p:sp>
    </p:spTree>
    <p:extLst>
      <p:ext uri="{BB962C8B-B14F-4D97-AF65-F5344CB8AC3E}">
        <p14:creationId xmlns:p14="http://schemas.microsoft.com/office/powerpoint/2010/main" val="31056117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8" name="Freeform 6"/>
          <p:cNvSpPr>
            <a:spLocks noChangeAspect="1"/>
          </p:cNvSpPr>
          <p:nvPr/>
        </p:nvSpPr>
        <p:spPr bwMode="ltGray">
          <a:xfrm>
            <a:off x="631697" y="1081456"/>
            <a:ext cx="6332416" cy="3239188"/>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a:effectLst>
            <a:innerShdw blurRad="114300">
              <a:prstClr val="black"/>
            </a:innerShdw>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50985" y="1238502"/>
            <a:ext cx="5893840" cy="2645912"/>
          </a:xfrm>
        </p:spPr>
        <p:txBody>
          <a:bodyPr anchor="ctr" anchorCtr="0"/>
          <a:lstStyle>
            <a:lvl1pPr algn="l">
              <a:defRPr sz="4000" b="0" cap="none"/>
            </a:lvl1pPr>
          </a:lstStyle>
          <a:p>
            <a:r>
              <a:rPr lang="en-US" noProof="0" smtClean="0"/>
              <a:t>Click to edit Master title style</a:t>
            </a:r>
            <a:endParaRPr lang="en-US" noProof="0"/>
          </a:p>
        </p:txBody>
      </p:sp>
      <p:sp>
        <p:nvSpPr>
          <p:cNvPr id="3" name="Text Placeholder 2"/>
          <p:cNvSpPr>
            <a:spLocks noGrp="1"/>
          </p:cNvSpPr>
          <p:nvPr>
            <p:ph type="body" idx="1" hasCustomPrompt="1"/>
          </p:nvPr>
        </p:nvSpPr>
        <p:spPr>
          <a:xfrm>
            <a:off x="853190" y="4443680"/>
            <a:ext cx="5891636" cy="713241"/>
          </a:xfrm>
        </p:spPr>
        <p:txBody>
          <a:bodyPr anchor="t">
            <a:no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noProof="0"/>
              <a:t>Edit Master text styles</a:t>
            </a:r>
          </a:p>
        </p:txBody>
      </p:sp>
      <p:sp>
        <p:nvSpPr>
          <p:cNvPr id="9" name="Text Placeholder 5"/>
          <p:cNvSpPr>
            <a:spLocks noGrp="1"/>
          </p:cNvSpPr>
          <p:nvPr>
            <p:ph type="body" sz="quarter" idx="16" hasCustomPrompt="1"/>
          </p:nvPr>
        </p:nvSpPr>
        <p:spPr>
          <a:xfrm>
            <a:off x="7574642" y="1081456"/>
            <a:ext cx="3810001" cy="4075465"/>
          </a:xfrm>
        </p:spPr>
        <p:txBody>
          <a:bodyPr anchor="t" anchorCtr="0">
            <a:normAutofit/>
          </a:bodyPr>
          <a:lstStyle>
            <a:lvl1pPr marL="0" indent="0" algn="l">
              <a:buFontTx/>
              <a:buNone/>
              <a:defRPr sz="2800"/>
            </a:lvl1pPr>
          </a:lstStyle>
          <a:p>
            <a:pPr lvl="0"/>
            <a:r>
              <a:rPr lang="en-US" noProof="0"/>
              <a:t>Edit Master text styles</a:t>
            </a:r>
          </a:p>
        </p:txBody>
      </p:sp>
      <p:sp>
        <p:nvSpPr>
          <p:cNvPr id="7" name="Date Placeholder 6">
            <a:extLst>
              <a:ext uri="{FF2B5EF4-FFF2-40B4-BE49-F238E27FC236}">
                <a16:creationId xmlns:a16="http://schemas.microsoft.com/office/drawing/2014/main" id="{7964F81E-11BA-4BB3-AC2C-0A729DC676E6}"/>
              </a:ext>
            </a:extLst>
          </p:cNvPr>
          <p:cNvSpPr>
            <a:spLocks noGrp="1"/>
          </p:cNvSpPr>
          <p:nvPr>
            <p:ph type="dt" sz="half" idx="17"/>
          </p:nvPr>
        </p:nvSpPr>
        <p:spPr/>
        <p:txBody>
          <a:bodyPr/>
          <a:lstStyle/>
          <a:p>
            <a:fld id="{FB7F6C47-B260-4BB6-8230-7D14D5CDE026}" type="datetimeFigureOut">
              <a:rPr lang="en-US" noProof="0" smtClean="0"/>
              <a:t>6/15/2025</a:t>
            </a:fld>
            <a:endParaRPr lang="en-US" noProof="0" dirty="0"/>
          </a:p>
        </p:txBody>
      </p:sp>
      <p:sp>
        <p:nvSpPr>
          <p:cNvPr id="10" name="Footer Placeholder 9">
            <a:extLst>
              <a:ext uri="{FF2B5EF4-FFF2-40B4-BE49-F238E27FC236}">
                <a16:creationId xmlns:a16="http://schemas.microsoft.com/office/drawing/2014/main" id="{F93A4488-E8DE-4FEB-88F9-B37F95CC838A}"/>
              </a:ext>
            </a:extLst>
          </p:cNvPr>
          <p:cNvSpPr>
            <a:spLocks noGrp="1"/>
          </p:cNvSpPr>
          <p:nvPr>
            <p:ph type="ftr" sz="quarter" idx="18"/>
          </p:nvPr>
        </p:nvSpPr>
        <p:spPr/>
        <p:txBody>
          <a:bodyPr/>
          <a:lstStyle/>
          <a:p>
            <a:r>
              <a:rPr lang="en-US" noProof="0" dirty="0"/>
              <a:t>Add a footer</a:t>
            </a:r>
          </a:p>
        </p:txBody>
      </p:sp>
      <p:sp>
        <p:nvSpPr>
          <p:cNvPr id="11" name="Slide Number Placeholder 10">
            <a:extLst>
              <a:ext uri="{FF2B5EF4-FFF2-40B4-BE49-F238E27FC236}">
                <a16:creationId xmlns:a16="http://schemas.microsoft.com/office/drawing/2014/main" id="{DF909D08-1E53-42D5-954B-F61B5083645D}"/>
              </a:ext>
            </a:extLst>
          </p:cNvPr>
          <p:cNvSpPr>
            <a:spLocks noGrp="1"/>
          </p:cNvSpPr>
          <p:nvPr>
            <p:ph type="sldNum" sz="quarter" idx="19"/>
          </p:nvPr>
        </p:nvSpPr>
        <p:spPr/>
        <p:txBody>
          <a:bodyPr/>
          <a:lstStyle/>
          <a:p>
            <a:fld id="{A4942799-31AF-4FF8-9D79-C1A3E01FB207}" type="slidenum">
              <a:rPr lang="en-US" noProof="0" smtClean="0"/>
              <a:t>‹#›</a:t>
            </a:fld>
            <a:endParaRPr lang="en-US" noProof="0" dirty="0"/>
          </a:p>
        </p:txBody>
      </p:sp>
    </p:spTree>
    <p:extLst>
      <p:ext uri="{BB962C8B-B14F-4D97-AF65-F5344CB8AC3E}">
        <p14:creationId xmlns:p14="http://schemas.microsoft.com/office/powerpoint/2010/main" val="41409645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9" name="Freeform 6"/>
          <p:cNvSpPr>
            <a:spLocks noChangeAspect="1"/>
          </p:cNvSpPr>
          <p:nvPr/>
        </p:nvSpPr>
        <p:spPr bwMode="ltGray">
          <a:xfrm>
            <a:off x="1140884" y="2286585"/>
            <a:ext cx="4895115" cy="2503972"/>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a:effectLst>
            <a:innerShdw blurRad="114300">
              <a:prstClr val="black"/>
            </a:innerShdw>
          </a:effectLst>
        </p:spPr>
        <p:style>
          <a:lnRef idx="1">
            <a:schemeClr val="accent1"/>
          </a:lnRef>
          <a:fillRef idx="3">
            <a:schemeClr val="accent1"/>
          </a:fillRef>
          <a:effectRef idx="2">
            <a:schemeClr val="accent1"/>
          </a:effectRef>
          <a:fontRef idx="minor">
            <a:schemeClr val="lt1"/>
          </a:fontRef>
        </p:style>
      </p:sp>
      <p:sp>
        <p:nvSpPr>
          <p:cNvPr id="38" name="Title 1"/>
          <p:cNvSpPr>
            <a:spLocks noGrp="1"/>
          </p:cNvSpPr>
          <p:nvPr>
            <p:ph type="title"/>
          </p:nvPr>
        </p:nvSpPr>
        <p:spPr>
          <a:xfrm>
            <a:off x="1357089" y="2435957"/>
            <a:ext cx="4382521" cy="2007789"/>
          </a:xfrm>
        </p:spPr>
        <p:txBody>
          <a:bodyPr anchor="ctr" anchorCtr="0"/>
          <a:lstStyle>
            <a:lvl1pPr algn="l">
              <a:defRPr sz="4000" b="0"/>
            </a:lvl1pPr>
          </a:lstStyle>
          <a:p>
            <a:r>
              <a:rPr lang="en-US" noProof="0" smtClean="0"/>
              <a:t>Click to edit Master title style</a:t>
            </a:r>
            <a:endParaRPr lang="en-US" noProof="0"/>
          </a:p>
        </p:txBody>
      </p:sp>
      <p:sp>
        <p:nvSpPr>
          <p:cNvPr id="6" name="Text Placeholder 5"/>
          <p:cNvSpPr>
            <a:spLocks noGrp="1"/>
          </p:cNvSpPr>
          <p:nvPr>
            <p:ph type="body" sz="quarter" idx="16" hasCustomPrompt="1"/>
          </p:nvPr>
        </p:nvSpPr>
        <p:spPr>
          <a:xfrm>
            <a:off x="6156000" y="2286000"/>
            <a:ext cx="4880300" cy="2295525"/>
          </a:xfrm>
        </p:spPr>
        <p:txBody>
          <a:bodyPr anchor="ctr" anchorCtr="0">
            <a:normAutofit/>
          </a:bodyPr>
          <a:lstStyle>
            <a:lvl1pPr marL="0" indent="0" algn="ctr">
              <a:buFontTx/>
              <a:buNone/>
              <a:defRPr sz="2800"/>
            </a:lvl1pPr>
          </a:lstStyle>
          <a:p>
            <a:pPr lvl="0"/>
            <a:r>
              <a:rPr lang="en-US" noProof="0"/>
              <a:t>Edit Master text styles</a:t>
            </a:r>
          </a:p>
        </p:txBody>
      </p:sp>
      <p:sp>
        <p:nvSpPr>
          <p:cNvPr id="5" name="Date Placeholder 4">
            <a:extLst>
              <a:ext uri="{FF2B5EF4-FFF2-40B4-BE49-F238E27FC236}">
                <a16:creationId xmlns:a16="http://schemas.microsoft.com/office/drawing/2014/main" id="{52142ECB-4FB1-4B01-80F3-04208C781B16}"/>
              </a:ext>
            </a:extLst>
          </p:cNvPr>
          <p:cNvSpPr>
            <a:spLocks noGrp="1"/>
          </p:cNvSpPr>
          <p:nvPr>
            <p:ph type="dt" sz="half" idx="17"/>
          </p:nvPr>
        </p:nvSpPr>
        <p:spPr/>
        <p:txBody>
          <a:bodyPr/>
          <a:lstStyle/>
          <a:p>
            <a:fld id="{FB7F6C47-B260-4BB6-8230-7D14D5CDE026}" type="datetimeFigureOut">
              <a:rPr lang="en-US" noProof="0" smtClean="0"/>
              <a:t>6/15/2025</a:t>
            </a:fld>
            <a:endParaRPr lang="en-US" noProof="0" dirty="0"/>
          </a:p>
        </p:txBody>
      </p:sp>
      <p:sp>
        <p:nvSpPr>
          <p:cNvPr id="7" name="Footer Placeholder 6">
            <a:extLst>
              <a:ext uri="{FF2B5EF4-FFF2-40B4-BE49-F238E27FC236}">
                <a16:creationId xmlns:a16="http://schemas.microsoft.com/office/drawing/2014/main" id="{776F215A-F354-440E-A263-A920F5950831}"/>
              </a:ext>
            </a:extLst>
          </p:cNvPr>
          <p:cNvSpPr>
            <a:spLocks noGrp="1"/>
          </p:cNvSpPr>
          <p:nvPr>
            <p:ph type="ftr" sz="quarter" idx="18"/>
          </p:nvPr>
        </p:nvSpPr>
        <p:spPr/>
        <p:txBody>
          <a:bodyPr/>
          <a:lstStyle/>
          <a:p>
            <a:r>
              <a:rPr lang="en-US" noProof="0" dirty="0"/>
              <a:t>Add a footer</a:t>
            </a:r>
          </a:p>
        </p:txBody>
      </p:sp>
      <p:sp>
        <p:nvSpPr>
          <p:cNvPr id="8" name="Slide Number Placeholder 7">
            <a:extLst>
              <a:ext uri="{FF2B5EF4-FFF2-40B4-BE49-F238E27FC236}">
                <a16:creationId xmlns:a16="http://schemas.microsoft.com/office/drawing/2014/main" id="{E90FC50C-9C02-4BD6-9CBE-6880E1297783}"/>
              </a:ext>
            </a:extLst>
          </p:cNvPr>
          <p:cNvSpPr>
            <a:spLocks noGrp="1"/>
          </p:cNvSpPr>
          <p:nvPr>
            <p:ph type="sldNum" sz="quarter" idx="19"/>
          </p:nvPr>
        </p:nvSpPr>
        <p:spPr/>
        <p:txBody>
          <a:bodyPr/>
          <a:lstStyle/>
          <a:p>
            <a:fld id="{A4942799-31AF-4FF8-9D79-C1A3E01FB207}" type="slidenum">
              <a:rPr lang="en-US" noProof="0" smtClean="0"/>
              <a:t>‹#›</a:t>
            </a:fld>
            <a:endParaRPr lang="en-US" noProof="0" dirty="0"/>
          </a:p>
        </p:txBody>
      </p:sp>
    </p:spTree>
    <p:extLst>
      <p:ext uri="{BB962C8B-B14F-4D97-AF65-F5344CB8AC3E}">
        <p14:creationId xmlns:p14="http://schemas.microsoft.com/office/powerpoint/2010/main" val="3168461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2" name="Freeform 6"/>
          <p:cNvSpPr>
            <a:spLocks noChangeAspect="1"/>
          </p:cNvSpPr>
          <p:nvPr/>
        </p:nvSpPr>
        <p:spPr bwMode="ltGray">
          <a:xfrm>
            <a:off x="7669651" y="0"/>
            <a:ext cx="4522349" cy="5861051"/>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ln/>
          <a:effectLst>
            <a:innerShdw blurRad="63500" dist="50800" dir="8100000">
              <a:prstClr val="black">
                <a:alpha val="50000"/>
              </a:prstClr>
            </a:innerShdw>
          </a:effectLst>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183540" y="586171"/>
            <a:ext cx="3754460" cy="5134798"/>
          </a:xfrm>
        </p:spPr>
        <p:txBody>
          <a:bodyPr vert="horz" anchor="ctr" anchorCtr="1"/>
          <a:lstStyle>
            <a:lvl1pPr algn="l">
              <a:defRPr b="0"/>
            </a:lvl1pPr>
          </a:lstStyle>
          <a:p>
            <a:r>
              <a:rPr lang="en-US" noProof="0" smtClean="0"/>
              <a:t>Click to edit Master title style</a:t>
            </a:r>
            <a:endParaRPr lang="en-US" noProof="0"/>
          </a:p>
        </p:txBody>
      </p:sp>
      <p:sp>
        <p:nvSpPr>
          <p:cNvPr id="3" name="Vertical Text Placeholder 2"/>
          <p:cNvSpPr>
            <a:spLocks noGrp="1"/>
          </p:cNvSpPr>
          <p:nvPr>
            <p:ph type="body" orient="vert" idx="1" hasCustomPrompt="1"/>
          </p:nvPr>
        </p:nvSpPr>
        <p:spPr>
          <a:xfrm>
            <a:off x="810001" y="446089"/>
            <a:ext cx="6611540" cy="5414962"/>
          </a:xfrm>
        </p:spPr>
        <p:txBody>
          <a:bodyPr vert="horz" anchor="ctr" anchorCtr="1"/>
          <a:lstStyle>
            <a:lvl1pPr algn="ctr">
              <a:defRPr/>
            </a:lvl1pPr>
            <a:lvl2pPr algn="ctr">
              <a:defRPr/>
            </a:lvl2pPr>
            <a:lvl3pPr algn="ctr">
              <a:defRPr/>
            </a:lvl3pPr>
            <a:lvl4pPr algn="ctr">
              <a:defRPr/>
            </a:lvl4pPr>
            <a:lvl5pPr algn="ctr">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Date Placeholder 6">
            <a:extLst>
              <a:ext uri="{FF2B5EF4-FFF2-40B4-BE49-F238E27FC236}">
                <a16:creationId xmlns:a16="http://schemas.microsoft.com/office/drawing/2014/main" id="{9D7128B4-F868-4384-A8AA-473DA3516902}"/>
              </a:ext>
            </a:extLst>
          </p:cNvPr>
          <p:cNvSpPr>
            <a:spLocks noGrp="1"/>
          </p:cNvSpPr>
          <p:nvPr>
            <p:ph type="dt" sz="half" idx="10"/>
          </p:nvPr>
        </p:nvSpPr>
        <p:spPr/>
        <p:txBody>
          <a:bodyPr/>
          <a:lstStyle/>
          <a:p>
            <a:fld id="{FB7F6C47-B260-4BB6-8230-7D14D5CDE026}" type="datetimeFigureOut">
              <a:rPr lang="en-US" noProof="0" smtClean="0"/>
              <a:t>6/15/2025</a:t>
            </a:fld>
            <a:endParaRPr lang="en-US" noProof="0" dirty="0"/>
          </a:p>
        </p:txBody>
      </p:sp>
      <p:sp>
        <p:nvSpPr>
          <p:cNvPr id="8" name="Footer Placeholder 7">
            <a:extLst>
              <a:ext uri="{FF2B5EF4-FFF2-40B4-BE49-F238E27FC236}">
                <a16:creationId xmlns:a16="http://schemas.microsoft.com/office/drawing/2014/main" id="{84FF940D-9281-4C2A-BA62-E5854A11F99B}"/>
              </a:ext>
            </a:extLst>
          </p:cNvPr>
          <p:cNvSpPr>
            <a:spLocks noGrp="1"/>
          </p:cNvSpPr>
          <p:nvPr>
            <p:ph type="ftr" sz="quarter" idx="11"/>
          </p:nvPr>
        </p:nvSpPr>
        <p:spPr/>
        <p:txBody>
          <a:bodyPr/>
          <a:lstStyle/>
          <a:p>
            <a:r>
              <a:rPr lang="en-US" noProof="0" dirty="0"/>
              <a:t>Add a footer</a:t>
            </a:r>
          </a:p>
        </p:txBody>
      </p:sp>
      <p:sp>
        <p:nvSpPr>
          <p:cNvPr id="9" name="Slide Number Placeholder 8">
            <a:extLst>
              <a:ext uri="{FF2B5EF4-FFF2-40B4-BE49-F238E27FC236}">
                <a16:creationId xmlns:a16="http://schemas.microsoft.com/office/drawing/2014/main" id="{5FB1454F-842C-4F51-A7E7-0335B2FB16F1}"/>
              </a:ext>
            </a:extLst>
          </p:cNvPr>
          <p:cNvSpPr>
            <a:spLocks noGrp="1"/>
          </p:cNvSpPr>
          <p:nvPr>
            <p:ph type="sldNum" sz="quarter" idx="12"/>
          </p:nvPr>
        </p:nvSpPr>
        <p:spPr/>
        <p:txBody>
          <a:bodyPr/>
          <a:lstStyle/>
          <a:p>
            <a:fld id="{A4942799-31AF-4FF8-9D79-C1A3E01FB207}" type="slidenum">
              <a:rPr lang="en-US" noProof="0" smtClean="0"/>
              <a:t>‹#›</a:t>
            </a:fld>
            <a:endParaRPr lang="en-US" noProof="0" dirty="0"/>
          </a:p>
        </p:txBody>
      </p:sp>
    </p:spTree>
    <p:extLst>
      <p:ext uri="{BB962C8B-B14F-4D97-AF65-F5344CB8AC3E}">
        <p14:creationId xmlns:p14="http://schemas.microsoft.com/office/powerpoint/2010/main" val="11836948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0000" y="447188"/>
            <a:ext cx="10571998" cy="970450"/>
          </a:xfrm>
          <a:prstGeom prst="rect">
            <a:avLst/>
          </a:prstGeom>
          <a:effectLst/>
        </p:spPr>
        <p:txBody>
          <a:bodyPr vert="horz" lIns="91440" tIns="45720" rIns="91440" bIns="45720" rtlCol="0" anchor="ctr" anchorCtr="0">
            <a:noAutofit/>
          </a:bodyPr>
          <a:lstStyle/>
          <a:p>
            <a:r>
              <a:rPr lang="en-US" noProof="0" smtClean="0"/>
              <a:t>Click to edit Master title style</a:t>
            </a:r>
            <a:endParaRPr lang="en-US" noProof="0"/>
          </a:p>
        </p:txBody>
      </p:sp>
      <p:sp>
        <p:nvSpPr>
          <p:cNvPr id="3" name="Text Placeholder 2"/>
          <p:cNvSpPr>
            <a:spLocks noGrp="1"/>
          </p:cNvSpPr>
          <p:nvPr>
            <p:ph type="body" idx="1"/>
          </p:nvPr>
        </p:nvSpPr>
        <p:spPr>
          <a:xfrm>
            <a:off x="810000" y="2184401"/>
            <a:ext cx="10563285" cy="3674397"/>
          </a:xfrm>
          <a:prstGeom prst="rect">
            <a:avLst/>
          </a:prstGeom>
          <a:effectLst/>
        </p:spPr>
        <p:txBody>
          <a:bodyPr vert="horz" lIns="91440" tIns="45720" rIns="91440" bIns="45720" rtlCol="0" anchor="ctr">
            <a:norm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Footer Placeholder 4"/>
          <p:cNvSpPr>
            <a:spLocks noGrp="1"/>
          </p:cNvSpPr>
          <p:nvPr>
            <p:ph type="ftr" sz="quarter" idx="3"/>
          </p:nvPr>
        </p:nvSpPr>
        <p:spPr>
          <a:xfrm>
            <a:off x="451514" y="6041362"/>
            <a:ext cx="8644320" cy="365125"/>
          </a:xfrm>
          <a:prstGeom prst="rect">
            <a:avLst/>
          </a:prstGeom>
        </p:spPr>
        <p:txBody>
          <a:bodyPr vert="horz" lIns="91440" tIns="45720" rIns="91440" bIns="45720" rtlCol="0" anchor="b"/>
          <a:lstStyle>
            <a:lvl1pPr algn="l">
              <a:defRPr sz="900">
                <a:solidFill>
                  <a:schemeClr val="tx1"/>
                </a:solidFill>
              </a:defRPr>
            </a:lvl1pPr>
          </a:lstStyle>
          <a:p>
            <a:r>
              <a:rPr lang="en-US" noProof="0" dirty="0"/>
              <a:t>Add a footer</a:t>
            </a:r>
          </a:p>
        </p:txBody>
      </p:sp>
      <p:sp>
        <p:nvSpPr>
          <p:cNvPr id="4" name="Date Placeholder 3"/>
          <p:cNvSpPr>
            <a:spLocks noGrp="1"/>
          </p:cNvSpPr>
          <p:nvPr>
            <p:ph type="dt" sz="half" idx="2"/>
          </p:nvPr>
        </p:nvSpPr>
        <p:spPr>
          <a:xfrm>
            <a:off x="9334626" y="6041362"/>
            <a:ext cx="1343706" cy="365125"/>
          </a:xfrm>
          <a:prstGeom prst="rect">
            <a:avLst/>
          </a:prstGeom>
        </p:spPr>
        <p:txBody>
          <a:bodyPr vert="horz" lIns="91440" tIns="45720" rIns="91440" bIns="45720" rtlCol="0" anchor="b"/>
          <a:lstStyle>
            <a:lvl1pPr algn="r">
              <a:defRPr sz="900">
                <a:solidFill>
                  <a:schemeClr val="tx1"/>
                </a:solidFill>
              </a:defRPr>
            </a:lvl1pPr>
          </a:lstStyle>
          <a:p>
            <a:fld id="{FB7F6C47-B260-4BB6-8230-7D14D5CDE026}" type="datetimeFigureOut">
              <a:rPr lang="en-US" noProof="0" smtClean="0"/>
              <a:t>6/15/2025</a:t>
            </a:fld>
            <a:endParaRPr lang="en-US" noProof="0" dirty="0"/>
          </a:p>
        </p:txBody>
      </p:sp>
      <p:sp>
        <p:nvSpPr>
          <p:cNvPr id="6" name="Slide Number Placeholder 5"/>
          <p:cNvSpPr>
            <a:spLocks noGrp="1"/>
          </p:cNvSpPr>
          <p:nvPr>
            <p:ph type="sldNum" sz="quarter" idx="4"/>
          </p:nvPr>
        </p:nvSpPr>
        <p:spPr>
          <a:xfrm>
            <a:off x="10678331" y="5915888"/>
            <a:ext cx="1062155" cy="490599"/>
          </a:xfrm>
          <a:prstGeom prst="rect">
            <a:avLst/>
          </a:prstGeom>
        </p:spPr>
        <p:txBody>
          <a:bodyPr vert="horz" lIns="91440" tIns="45720" rIns="91440" bIns="10800" rtlCol="0" anchor="b"/>
          <a:lstStyle>
            <a:lvl1pPr algn="r">
              <a:defRPr sz="2000">
                <a:solidFill>
                  <a:schemeClr val="accent1"/>
                </a:solidFill>
              </a:defRPr>
            </a:lvl1pPr>
          </a:lstStyle>
          <a:p>
            <a:fld id="{A4942799-31AF-4FF8-9D79-C1A3E01FB207}" type="slidenum">
              <a:rPr lang="en-US" noProof="0" smtClean="0"/>
              <a:t>‹#›</a:t>
            </a:fld>
            <a:endParaRPr lang="en-US" noProof="0" dirty="0"/>
          </a:p>
        </p:txBody>
      </p:sp>
    </p:spTree>
    <p:extLst>
      <p:ext uri="{BB962C8B-B14F-4D97-AF65-F5344CB8AC3E}">
        <p14:creationId xmlns:p14="http://schemas.microsoft.com/office/powerpoint/2010/main" val="3689481523"/>
      </p:ext>
    </p:extLst>
  </p:cSld>
  <p:clrMap bg1="lt1" tx1="dk1" bg2="lt2" tx2="dk2" accent1="accent1" accent2="accent2" accent3="accent3" accent4="accent4" accent5="accent5" accent6="accent6" hlink="hlink" folHlink="folHlink"/>
  <p:sldLayoutIdLst>
    <p:sldLayoutId id="2147483673" r:id="rId1"/>
    <p:sldLayoutId id="2147483676" r:id="rId2"/>
    <p:sldLayoutId id="2147483687" r:id="rId3"/>
    <p:sldLayoutId id="2147483688" r:id="rId4"/>
    <p:sldLayoutId id="2147483689" r:id="rId5"/>
    <p:sldLayoutId id="2147483681" r:id="rId6"/>
    <p:sldLayoutId id="2147483690" r:id="rId7"/>
    <p:sldLayoutId id="2147483682" r:id="rId8"/>
    <p:sldLayoutId id="2147483674" r:id="rId9"/>
    <p:sldLayoutId id="2147483675" r:id="rId10"/>
    <p:sldLayoutId id="2147483677" r:id="rId11"/>
    <p:sldLayoutId id="2147483678" r:id="rId12"/>
    <p:sldLayoutId id="2147483679" r:id="rId13"/>
    <p:sldLayoutId id="2147483680" r:id="rId14"/>
    <p:sldLayoutId id="2147483683" r:id="rId15"/>
    <p:sldLayoutId id="2147483684" r:id="rId16"/>
    <p:sldLayoutId id="2147483686" r:id="rId17"/>
  </p:sldLayoutIdLst>
  <p:txStyles>
    <p:titleStyle>
      <a:lvl1pPr algn="l" defTabSz="457200" rtl="0" eaLnBrk="1" latinLnBrk="0" hangingPunct="1">
        <a:spcBef>
          <a:spcPct val="0"/>
        </a:spcBef>
        <a:buNone/>
        <a:defRPr sz="4000" b="0" kern="120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ct val="20000"/>
        </a:spcBef>
        <a:spcAft>
          <a:spcPts val="600"/>
        </a:spcAft>
        <a:buClr>
          <a:schemeClr val="accent1"/>
        </a:buClr>
        <a:buSzPct val="80000"/>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SzPct val="80000"/>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SzPct val="80000"/>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SzPct val="80000"/>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SzPct val="80000"/>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bwMode="grayWhite">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2D37BC-7D91-4F83-845D-70080D7DD6FC}"/>
              </a:ext>
            </a:extLst>
          </p:cNvPr>
          <p:cNvSpPr>
            <a:spLocks noGrp="1"/>
          </p:cNvSpPr>
          <p:nvPr>
            <p:ph type="ctrTitle"/>
          </p:nvPr>
        </p:nvSpPr>
        <p:spPr bwMode="black"/>
        <p:txBody>
          <a:bodyPr/>
          <a:lstStyle/>
          <a:p>
            <a:r>
              <a:rPr lang="en-US" b="1" dirty="0"/>
              <a:t>[Power BI Project </a:t>
            </a:r>
            <a:r>
              <a:rPr lang="en-US" b="1" dirty="0" smtClean="0"/>
              <a:t>– Data  Analysis and Visualization</a:t>
            </a:r>
            <a:r>
              <a:rPr lang="en-US" b="1" dirty="0"/>
              <a:t>]</a:t>
            </a:r>
          </a:p>
        </p:txBody>
      </p:sp>
      <p:sp>
        <p:nvSpPr>
          <p:cNvPr id="3" name="Subtitle 2">
            <a:extLst>
              <a:ext uri="{FF2B5EF4-FFF2-40B4-BE49-F238E27FC236}">
                <a16:creationId xmlns:a16="http://schemas.microsoft.com/office/drawing/2014/main" id="{59E5DACC-1D74-41AD-B036-C015472B948F}"/>
              </a:ext>
            </a:extLst>
          </p:cNvPr>
          <p:cNvSpPr>
            <a:spLocks noGrp="1"/>
          </p:cNvSpPr>
          <p:nvPr>
            <p:ph type="subTitle" idx="1"/>
          </p:nvPr>
        </p:nvSpPr>
        <p:spPr>
          <a:xfrm>
            <a:off x="810001" y="5280846"/>
            <a:ext cx="2953107" cy="1287007"/>
          </a:xfrm>
        </p:spPr>
        <p:txBody>
          <a:bodyPr>
            <a:normAutofit fontScale="85000" lnSpcReduction="10000"/>
          </a:bodyPr>
          <a:lstStyle/>
          <a:p>
            <a:r>
              <a:rPr lang="en-US" dirty="0" smtClean="0"/>
              <a:t>NAME: CHERAN  T</a:t>
            </a:r>
          </a:p>
          <a:p>
            <a:r>
              <a:rPr lang="en-US" sz="2400" dirty="0" smtClean="0"/>
              <a:t>BATCH: DADS MARCH</a:t>
            </a:r>
          </a:p>
          <a:p>
            <a:r>
              <a:rPr lang="en-US" sz="2400" dirty="0" smtClean="0"/>
              <a:t>DATE: 6-6-2025</a:t>
            </a:r>
            <a:endParaRPr lang="en-US" sz="2400" dirty="0"/>
          </a:p>
        </p:txBody>
      </p:sp>
    </p:spTree>
    <p:extLst>
      <p:ext uri="{BB962C8B-B14F-4D97-AF65-F5344CB8AC3E}">
        <p14:creationId xmlns:p14="http://schemas.microsoft.com/office/powerpoint/2010/main" val="161397584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D597A3-CAEC-4FBF-94DF-5925729E0C97}"/>
              </a:ext>
            </a:extLst>
          </p:cNvPr>
          <p:cNvSpPr>
            <a:spLocks noGrp="1"/>
          </p:cNvSpPr>
          <p:nvPr>
            <p:ph type="title"/>
          </p:nvPr>
        </p:nvSpPr>
        <p:spPr bwMode="white"/>
        <p:txBody>
          <a:bodyPr/>
          <a:lstStyle/>
          <a:p>
            <a:r>
              <a:rPr lang="en-US" b="1" dirty="0" smtClean="0"/>
              <a:t>Brief </a:t>
            </a:r>
            <a:r>
              <a:rPr lang="en-US" b="1" dirty="0"/>
              <a:t>Intro and Dataset</a:t>
            </a:r>
            <a:br>
              <a:rPr lang="en-US" b="1" dirty="0"/>
            </a:br>
            <a:r>
              <a:rPr lang="en-US" b="1" dirty="0" smtClean="0"/>
              <a:t>Overview</a:t>
            </a:r>
            <a:endParaRPr lang="en-US" b="1" dirty="0"/>
          </a:p>
        </p:txBody>
      </p:sp>
      <p:sp>
        <p:nvSpPr>
          <p:cNvPr id="3" name="Content Placeholder 2">
            <a:extLst>
              <a:ext uri="{FF2B5EF4-FFF2-40B4-BE49-F238E27FC236}">
                <a16:creationId xmlns:a16="http://schemas.microsoft.com/office/drawing/2014/main" id="{77EF5FD3-E825-420F-8A22-D0B5F329468F}"/>
              </a:ext>
            </a:extLst>
          </p:cNvPr>
          <p:cNvSpPr>
            <a:spLocks noGrp="1"/>
          </p:cNvSpPr>
          <p:nvPr>
            <p:ph sz="half" idx="2"/>
          </p:nvPr>
        </p:nvSpPr>
        <p:spPr>
          <a:xfrm>
            <a:off x="810001" y="2222287"/>
            <a:ext cx="10571998" cy="3366195"/>
          </a:xfrm>
        </p:spPr>
        <p:txBody>
          <a:bodyPr>
            <a:normAutofit fontScale="55000" lnSpcReduction="20000"/>
          </a:bodyPr>
          <a:lstStyle/>
          <a:p>
            <a:pPr marL="0" indent="0">
              <a:buNone/>
            </a:pPr>
            <a:r>
              <a:rPr lang="en-US" dirty="0" smtClean="0">
                <a:ea typeface="Tahoma" panose="020B0604030504040204" pitchFamily="34" charset="0"/>
                <a:cs typeface="Tahoma" panose="020B0604030504040204" pitchFamily="34" charset="0"/>
              </a:rPr>
              <a:t>Objective:</a:t>
            </a:r>
          </a:p>
          <a:p>
            <a:r>
              <a:rPr lang="en-US" dirty="0"/>
              <a:t>The goal of </a:t>
            </a:r>
            <a:r>
              <a:rPr lang="en-US" dirty="0" smtClean="0"/>
              <a:t>this project is to </a:t>
            </a:r>
            <a:r>
              <a:rPr lang="en-US" dirty="0"/>
              <a:t>clean, transform, analyze, and visualize data using Power </a:t>
            </a:r>
            <a:r>
              <a:rPr lang="en-US" dirty="0" smtClean="0"/>
              <a:t>BI</a:t>
            </a:r>
            <a:endParaRPr lang="en-US" dirty="0"/>
          </a:p>
          <a:p>
            <a:r>
              <a:rPr lang="en-US" dirty="0" smtClean="0"/>
              <a:t>To </a:t>
            </a:r>
            <a:r>
              <a:rPr lang="en-US" dirty="0"/>
              <a:t>demonstrate your understanding of Power BI’s key features, such as Power Query Editor, DAX functions, and Dashboard creation,</a:t>
            </a:r>
            <a:endParaRPr lang="en-US" dirty="0">
              <a:ea typeface="Tahoma" panose="020B0604030504040204" pitchFamily="34" charset="0"/>
              <a:cs typeface="Tahoma" panose="020B0604030504040204" pitchFamily="34" charset="0"/>
            </a:endParaRPr>
          </a:p>
          <a:p>
            <a:pPr marL="0" indent="0">
              <a:buNone/>
            </a:pPr>
            <a:r>
              <a:rPr lang="en-US" dirty="0" smtClean="0">
                <a:ea typeface="Tahoma" panose="020B0604030504040204" pitchFamily="34" charset="0"/>
                <a:cs typeface="Tahoma" panose="020B0604030504040204" pitchFamily="34" charset="0"/>
              </a:rPr>
              <a:t>Intro:</a:t>
            </a:r>
          </a:p>
          <a:p>
            <a:pPr marL="0" indent="0">
              <a:buNone/>
            </a:pPr>
            <a:r>
              <a:rPr lang="en-US" dirty="0">
                <a:ea typeface="Tahoma" panose="020B0604030504040204" pitchFamily="34" charset="0"/>
                <a:cs typeface="Tahoma" panose="020B0604030504040204" pitchFamily="34" charset="0"/>
              </a:rPr>
              <a:t>An interactive data visualization project that explores global trends in mental health </a:t>
            </a:r>
            <a:r>
              <a:rPr lang="en-US" dirty="0" smtClean="0">
                <a:ea typeface="Tahoma" panose="020B0604030504040204" pitchFamily="34" charset="0"/>
                <a:cs typeface="Tahoma" panose="020B0604030504040204" pitchFamily="34" charset="0"/>
              </a:rPr>
              <a:t>disorders and behavior.</a:t>
            </a:r>
            <a:endParaRPr lang="en-US" dirty="0">
              <a:ea typeface="Tahoma" panose="020B0604030504040204" pitchFamily="34" charset="0"/>
              <a:cs typeface="Tahoma" panose="020B0604030504040204" pitchFamily="34" charset="0"/>
            </a:endParaRPr>
          </a:p>
          <a:p>
            <a:pPr marL="0" indent="0">
              <a:buNone/>
            </a:pPr>
            <a:r>
              <a:rPr lang="en-US" dirty="0">
                <a:ea typeface="Tahoma" panose="020B0604030504040204" pitchFamily="34" charset="0"/>
                <a:cs typeface="Tahoma" panose="020B0604030504040204" pitchFamily="34" charset="0"/>
              </a:rPr>
              <a:t>Focused on disorders like </a:t>
            </a:r>
            <a:r>
              <a:rPr lang="en-US" dirty="0" smtClean="0">
                <a:ea typeface="Tahoma" panose="020B0604030504040204" pitchFamily="34" charset="0"/>
                <a:cs typeface="Tahoma" panose="020B0604030504040204" pitchFamily="34" charset="0"/>
              </a:rPr>
              <a:t>depression and </a:t>
            </a:r>
            <a:r>
              <a:rPr lang="en-US" dirty="0">
                <a:ea typeface="Tahoma" panose="020B0604030504040204" pitchFamily="34" charset="0"/>
                <a:cs typeface="Tahoma" panose="020B0604030504040204" pitchFamily="34" charset="0"/>
              </a:rPr>
              <a:t>alcohol </a:t>
            </a:r>
            <a:r>
              <a:rPr lang="en-US" dirty="0" smtClean="0">
                <a:ea typeface="Tahoma" panose="020B0604030504040204" pitchFamily="34" charset="0"/>
                <a:cs typeface="Tahoma" panose="020B0604030504040204" pitchFamily="34" charset="0"/>
              </a:rPr>
              <a:t>use, </a:t>
            </a:r>
            <a:r>
              <a:rPr lang="en-US" dirty="0">
                <a:ea typeface="Tahoma" panose="020B0604030504040204" pitchFamily="34" charset="0"/>
                <a:cs typeface="Tahoma" panose="020B0604030504040204" pitchFamily="34" charset="0"/>
              </a:rPr>
              <a:t>across countries and years</a:t>
            </a:r>
            <a:r>
              <a:rPr lang="en-US" dirty="0" smtClean="0">
                <a:ea typeface="Tahoma" panose="020B0604030504040204" pitchFamily="34" charset="0"/>
                <a:cs typeface="Tahoma" panose="020B0604030504040204" pitchFamily="34" charset="0"/>
              </a:rPr>
              <a:t>.</a:t>
            </a:r>
          </a:p>
          <a:p>
            <a:pPr marL="0" indent="0">
              <a:buNone/>
            </a:pPr>
            <a:r>
              <a:rPr lang="en-US" dirty="0" smtClean="0">
                <a:ea typeface="Tahoma" panose="020B0604030504040204" pitchFamily="34" charset="0"/>
                <a:cs typeface="Tahoma" panose="020B0604030504040204" pitchFamily="34" charset="0"/>
              </a:rPr>
              <a:t>Also on Generosity, Life Ladder, Hale ,,etc.</a:t>
            </a:r>
          </a:p>
          <a:p>
            <a:pPr marL="0" indent="0">
              <a:buNone/>
            </a:pPr>
            <a:endParaRPr lang="en-US" dirty="0">
              <a:ea typeface="Tahoma" panose="020B0604030504040204" pitchFamily="34" charset="0"/>
              <a:cs typeface="Tahoma" panose="020B0604030504040204" pitchFamily="34" charset="0"/>
            </a:endParaRPr>
          </a:p>
          <a:p>
            <a:pPr marL="0" indent="0">
              <a:buNone/>
            </a:pPr>
            <a:r>
              <a:rPr lang="en-US" dirty="0">
                <a:ea typeface="Tahoma" panose="020B0604030504040204" pitchFamily="34" charset="0"/>
                <a:cs typeface="Tahoma" panose="020B0604030504040204" pitchFamily="34" charset="0"/>
              </a:rPr>
              <a:t>Dataset:</a:t>
            </a:r>
          </a:p>
          <a:p>
            <a:pPr marL="0" indent="0">
              <a:buNone/>
            </a:pPr>
            <a:r>
              <a:rPr lang="en-US" dirty="0">
                <a:ea typeface="Tahoma" panose="020B0604030504040204" pitchFamily="34" charset="0"/>
                <a:cs typeface="Tahoma" panose="020B0604030504040204" pitchFamily="34" charset="0"/>
              </a:rPr>
              <a:t>Source: WHO / Global Health Dataset (Mental Health Indicators)</a:t>
            </a:r>
          </a:p>
          <a:p>
            <a:pPr marL="0" indent="0">
              <a:buNone/>
            </a:pPr>
            <a:endParaRPr lang="en-US" dirty="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72946285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D597A3-CAEC-4FBF-94DF-5925729E0C97}"/>
              </a:ext>
            </a:extLst>
          </p:cNvPr>
          <p:cNvSpPr>
            <a:spLocks noGrp="1"/>
          </p:cNvSpPr>
          <p:nvPr>
            <p:ph type="title"/>
          </p:nvPr>
        </p:nvSpPr>
        <p:spPr bwMode="white"/>
        <p:txBody>
          <a:bodyPr/>
          <a:lstStyle/>
          <a:p>
            <a:r>
              <a:rPr lang="en-US" b="1" dirty="0" smtClean="0"/>
              <a:t>Data </a:t>
            </a:r>
            <a:r>
              <a:rPr lang="en-US" b="1" dirty="0"/>
              <a:t>cleaning </a:t>
            </a:r>
            <a:r>
              <a:rPr lang="en-US" b="1" dirty="0" smtClean="0"/>
              <a:t>Process</a:t>
            </a:r>
            <a:endParaRPr lang="en-US" b="1" dirty="0"/>
          </a:p>
        </p:txBody>
      </p:sp>
      <p:sp>
        <p:nvSpPr>
          <p:cNvPr id="3" name="Content Placeholder 2">
            <a:extLst>
              <a:ext uri="{FF2B5EF4-FFF2-40B4-BE49-F238E27FC236}">
                <a16:creationId xmlns:a16="http://schemas.microsoft.com/office/drawing/2014/main" id="{77EF5FD3-E825-420F-8A22-D0B5F329468F}"/>
              </a:ext>
            </a:extLst>
          </p:cNvPr>
          <p:cNvSpPr>
            <a:spLocks noGrp="1"/>
          </p:cNvSpPr>
          <p:nvPr>
            <p:ph sz="half" idx="2"/>
          </p:nvPr>
        </p:nvSpPr>
        <p:spPr>
          <a:xfrm>
            <a:off x="810001" y="2222287"/>
            <a:ext cx="10571998" cy="3366195"/>
          </a:xfrm>
        </p:spPr>
        <p:txBody>
          <a:bodyPr>
            <a:normAutofit fontScale="77500" lnSpcReduction="20000"/>
          </a:bodyPr>
          <a:lstStyle/>
          <a:p>
            <a:r>
              <a:rPr lang="en-US" dirty="0">
                <a:ea typeface="Tahoma" panose="020B0604030504040204" pitchFamily="34" charset="0"/>
                <a:cs typeface="Tahoma" panose="020B0604030504040204" pitchFamily="34" charset="0"/>
              </a:rPr>
              <a:t>Removed null or blank values.</a:t>
            </a:r>
          </a:p>
          <a:p>
            <a:r>
              <a:rPr lang="en-US" dirty="0">
                <a:ea typeface="Tahoma" panose="020B0604030504040204" pitchFamily="34" charset="0"/>
                <a:cs typeface="Tahoma" panose="020B0604030504040204" pitchFamily="34" charset="0"/>
              </a:rPr>
              <a:t>Converted text-based numeric values to percentage.</a:t>
            </a:r>
          </a:p>
          <a:p>
            <a:r>
              <a:rPr lang="en-US" dirty="0">
                <a:ea typeface="Tahoma" panose="020B0604030504040204" pitchFamily="34" charset="0"/>
                <a:cs typeface="Tahoma" panose="020B0604030504040204" pitchFamily="34" charset="0"/>
              </a:rPr>
              <a:t>Standardized column headers.</a:t>
            </a:r>
          </a:p>
          <a:p>
            <a:r>
              <a:rPr lang="en-US" dirty="0">
                <a:ea typeface="Tahoma" panose="020B0604030504040204" pitchFamily="34" charset="0"/>
                <a:cs typeface="Tahoma" panose="020B0604030504040204" pitchFamily="34" charset="0"/>
              </a:rPr>
              <a:t>Filtered out inconsistent years or irrelevant entities.</a:t>
            </a:r>
          </a:p>
          <a:p>
            <a:r>
              <a:rPr lang="en-US" dirty="0">
                <a:ea typeface="Tahoma" panose="020B0604030504040204" pitchFamily="34" charset="0"/>
                <a:cs typeface="Tahoma" panose="020B0604030504040204" pitchFamily="34" charset="0"/>
              </a:rPr>
              <a:t>Created calculated columns like:</a:t>
            </a:r>
          </a:p>
          <a:p>
            <a:endParaRPr lang="en-US" dirty="0">
              <a:ea typeface="Tahoma" panose="020B0604030504040204" pitchFamily="34" charset="0"/>
              <a:cs typeface="Tahoma" panose="020B0604030504040204" pitchFamily="34" charset="0"/>
            </a:endParaRPr>
          </a:p>
          <a:p>
            <a:pPr marL="514350" indent="-514350">
              <a:buFont typeface="+mj-lt"/>
              <a:buAutoNum type="arabicPeriod"/>
            </a:pPr>
            <a:r>
              <a:rPr lang="en-US" dirty="0">
                <a:ea typeface="Tahoma" panose="020B0604030504040204" pitchFamily="34" charset="0"/>
                <a:cs typeface="Tahoma" panose="020B0604030504040204" pitchFamily="34" charset="0"/>
              </a:rPr>
              <a:t>High/Low classification (e.g., </a:t>
            </a:r>
            <a:r>
              <a:rPr lang="en-US" dirty="0" err="1" smtClean="0">
                <a:ea typeface="Tahoma" panose="020B0604030504040204" pitchFamily="34" charset="0"/>
                <a:cs typeface="Tahoma" panose="020B0604030504040204" pitchFamily="34" charset="0"/>
              </a:rPr>
              <a:t>High_Alcohol_Us</a:t>
            </a:r>
            <a:r>
              <a:rPr lang="en-US" dirty="0" smtClean="0">
                <a:ea typeface="Tahoma" panose="020B0604030504040204" pitchFamily="34" charset="0"/>
                <a:cs typeface="Tahoma" panose="020B0604030504040204" pitchFamily="34" charset="0"/>
              </a:rPr>
              <a:t>)</a:t>
            </a:r>
          </a:p>
          <a:p>
            <a:pPr marL="514350" indent="-514350">
              <a:buFont typeface="+mj-lt"/>
              <a:buAutoNum type="arabicPeriod"/>
            </a:pPr>
            <a:r>
              <a:rPr lang="en-US" dirty="0" smtClean="0">
                <a:ea typeface="Tahoma" panose="020B0604030504040204" pitchFamily="34" charset="0"/>
                <a:cs typeface="Tahoma" panose="020B0604030504040204" pitchFamily="34" charset="0"/>
              </a:rPr>
              <a:t>Great/Good/</a:t>
            </a:r>
            <a:r>
              <a:rPr lang="en-US" dirty="0" err="1" smtClean="0">
                <a:ea typeface="Tahoma" panose="020B0604030504040204" pitchFamily="34" charset="0"/>
                <a:cs typeface="Tahoma" panose="020B0604030504040204" pitchFamily="34" charset="0"/>
              </a:rPr>
              <a:t>Not_Okay</a:t>
            </a:r>
            <a:r>
              <a:rPr lang="en-US" dirty="0" smtClean="0">
                <a:ea typeface="Tahoma" panose="020B0604030504040204" pitchFamily="34" charset="0"/>
                <a:cs typeface="Tahoma" panose="020B0604030504040204" pitchFamily="34" charset="0"/>
              </a:rPr>
              <a:t> classification(e.g., life ladder)</a:t>
            </a:r>
            <a:endParaRPr lang="en-US" dirty="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18231493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DAX Functions Used</a:t>
            </a:r>
          </a:p>
        </p:txBody>
      </p:sp>
      <p:sp>
        <p:nvSpPr>
          <p:cNvPr id="3" name="Content Placeholder 2"/>
          <p:cNvSpPr>
            <a:spLocks noGrp="1"/>
          </p:cNvSpPr>
          <p:nvPr>
            <p:ph sz="half" idx="2"/>
          </p:nvPr>
        </p:nvSpPr>
        <p:spPr/>
        <p:txBody>
          <a:bodyPr>
            <a:normAutofit fontScale="77500" lnSpcReduction="20000"/>
          </a:bodyPr>
          <a:lstStyle/>
          <a:p>
            <a:pPr marL="0" indent="0">
              <a:buNone/>
            </a:pPr>
            <a:r>
              <a:rPr lang="en-IN" dirty="0"/>
              <a:t>Measures</a:t>
            </a:r>
            <a:r>
              <a:rPr lang="en-IN" dirty="0" smtClean="0"/>
              <a:t>:</a:t>
            </a:r>
          </a:p>
          <a:p>
            <a:r>
              <a:rPr lang="en-IN" dirty="0" err="1"/>
              <a:t>Avg_Depression</a:t>
            </a:r>
            <a:r>
              <a:rPr lang="en-IN" dirty="0"/>
              <a:t> = AVERAGE('Table3'[Depression </a:t>
            </a:r>
            <a:r>
              <a:rPr lang="en-IN" dirty="0" smtClean="0"/>
              <a:t>(%)])</a:t>
            </a:r>
          </a:p>
          <a:p>
            <a:r>
              <a:rPr lang="en-US" dirty="0" err="1"/>
              <a:t>Measure_count</a:t>
            </a:r>
            <a:r>
              <a:rPr lang="en-US" dirty="0"/>
              <a:t> = DISTINCTCOUNT('World Happiness Report 2005-2021'[Country name</a:t>
            </a:r>
            <a:r>
              <a:rPr lang="en-US" dirty="0" smtClean="0"/>
              <a:t>])</a:t>
            </a:r>
          </a:p>
          <a:p>
            <a:pPr marL="0" indent="0">
              <a:buNone/>
            </a:pPr>
            <a:r>
              <a:rPr lang="en-IN" dirty="0"/>
              <a:t>Columns</a:t>
            </a:r>
            <a:r>
              <a:rPr lang="en-IN" dirty="0" smtClean="0"/>
              <a:t>:</a:t>
            </a:r>
          </a:p>
          <a:p>
            <a:r>
              <a:rPr lang="en-US" dirty="0" err="1"/>
              <a:t>Measure_alcohol</a:t>
            </a:r>
            <a:r>
              <a:rPr lang="en-US" dirty="0"/>
              <a:t> = CALCULATE(AVERAGE('Mental health Depression disorder Data'[Alcohol use disorders (%)]),'share-with-alcohol-and-substance-use-disorders 1990-2016'[Year]&gt;=2000</a:t>
            </a:r>
            <a:r>
              <a:rPr lang="en-US" dirty="0" smtClean="0"/>
              <a:t>)</a:t>
            </a:r>
          </a:p>
          <a:p>
            <a:pPr marL="0" indent="0">
              <a:buNone/>
            </a:pPr>
            <a:r>
              <a:rPr lang="en-IN" dirty="0"/>
              <a:t>Other DAX Used</a:t>
            </a:r>
            <a:r>
              <a:rPr lang="en-IN" dirty="0" smtClean="0"/>
              <a:t>:</a:t>
            </a:r>
          </a:p>
          <a:p>
            <a:pPr marL="0" indent="0">
              <a:buNone/>
            </a:pPr>
            <a:r>
              <a:rPr lang="en-IN" dirty="0"/>
              <a:t>                                   ALL(), CALCULATE(), ROUND(), DATEADD()</a:t>
            </a:r>
          </a:p>
        </p:txBody>
      </p:sp>
    </p:spTree>
    <p:extLst>
      <p:ext uri="{BB962C8B-B14F-4D97-AF65-F5344CB8AC3E}">
        <p14:creationId xmlns:p14="http://schemas.microsoft.com/office/powerpoint/2010/main" val="324706298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DAX Measures and its</a:t>
            </a:r>
            <a:br>
              <a:rPr lang="en-US" b="1" dirty="0"/>
            </a:br>
            <a:r>
              <a:rPr lang="en-US" b="1" dirty="0"/>
              <a:t>formula</a:t>
            </a:r>
            <a:endParaRPr lang="en-IN" b="1" dirty="0"/>
          </a:p>
        </p:txBody>
      </p:sp>
      <p:sp>
        <p:nvSpPr>
          <p:cNvPr id="3" name="Content Placeholder 2"/>
          <p:cNvSpPr>
            <a:spLocks noGrp="1"/>
          </p:cNvSpPr>
          <p:nvPr>
            <p:ph sz="half" idx="2"/>
          </p:nvPr>
        </p:nvSpPr>
        <p:spPr/>
        <p:txBody>
          <a:bodyPr>
            <a:normAutofit fontScale="47500" lnSpcReduction="20000"/>
          </a:bodyPr>
          <a:lstStyle/>
          <a:p>
            <a:r>
              <a:rPr lang="en-US" dirty="0" err="1"/>
              <a:t>Measure_count</a:t>
            </a:r>
            <a:r>
              <a:rPr lang="en-US" dirty="0"/>
              <a:t> = DISTINCTCOUNT('World Happiness Report 2005-2021'[Country name])</a:t>
            </a:r>
          </a:p>
          <a:p>
            <a:r>
              <a:rPr lang="en-US" dirty="0" err="1" smtClean="0"/>
              <a:t>Measure_avg</a:t>
            </a:r>
            <a:r>
              <a:rPr lang="en-US" dirty="0" smtClean="0"/>
              <a:t> </a:t>
            </a:r>
            <a:r>
              <a:rPr lang="en-US" dirty="0"/>
              <a:t>= AVERAGE('World Happiness Report 2005-2021'[Life Ladder</a:t>
            </a:r>
            <a:r>
              <a:rPr lang="en-US" dirty="0" smtClean="0"/>
              <a:t>])</a:t>
            </a:r>
          </a:p>
          <a:p>
            <a:r>
              <a:rPr lang="en-US" dirty="0" err="1"/>
              <a:t>Measure_alcohol</a:t>
            </a:r>
            <a:r>
              <a:rPr lang="en-US" dirty="0"/>
              <a:t> = CALCULATE(AVERAGE('Mental health Depression disorder Data'[Alcohol use disorders (%)]),'share-with-alcohol-and-substance-use-disorders 1990-2016'[Year]&gt;=2000)</a:t>
            </a:r>
          </a:p>
          <a:p>
            <a:r>
              <a:rPr lang="en-US" dirty="0"/>
              <a:t>Measure = CALCULATE(SUMX('Mental health Depression disorder </a:t>
            </a:r>
            <a:r>
              <a:rPr lang="en-US" dirty="0" err="1"/>
              <a:t>Data',SUM</a:t>
            </a:r>
            <a:r>
              <a:rPr lang="en-US" dirty="0"/>
              <a:t>('World Happiness Report 2005-2021'[Life Ladder])/SUM('World Happiness Report 2005-2021'[Healthy life expectancy at birth</a:t>
            </a:r>
            <a:r>
              <a:rPr lang="en-US" dirty="0" smtClean="0"/>
              <a:t>])))</a:t>
            </a:r>
          </a:p>
          <a:p>
            <a:r>
              <a:rPr lang="en-US" dirty="0" err="1"/>
              <a:t>Measure_life_ladder_&amp;_hale</a:t>
            </a:r>
            <a:r>
              <a:rPr lang="en-US" dirty="0"/>
              <a:t> = CALCULATE(SUMX('Mental health Depression disorder </a:t>
            </a:r>
            <a:r>
              <a:rPr lang="en-US" dirty="0" err="1"/>
              <a:t>Data',SUM</a:t>
            </a:r>
            <a:r>
              <a:rPr lang="en-US" dirty="0"/>
              <a:t>('World Happiness Report 2005-2021'[Life Ladder])/SUM('World Happiness Report 2005-2021'[Healthy life expectancy at birth</a:t>
            </a:r>
            <a:r>
              <a:rPr lang="en-US" dirty="0" smtClean="0"/>
              <a:t>])))</a:t>
            </a:r>
          </a:p>
          <a:p>
            <a:r>
              <a:rPr lang="en-IN" dirty="0" err="1"/>
              <a:t>Time_Span_Covered</a:t>
            </a:r>
            <a:r>
              <a:rPr lang="en-IN" dirty="0"/>
              <a:t> = DISTINCTCOUNT('Table3'[Year</a:t>
            </a:r>
            <a:r>
              <a:rPr lang="en-IN" dirty="0" smtClean="0"/>
              <a:t>])</a:t>
            </a:r>
          </a:p>
          <a:p>
            <a:endParaRPr lang="en-IN" dirty="0"/>
          </a:p>
          <a:p>
            <a:pPr marL="0" indent="0">
              <a:buNone/>
            </a:pPr>
            <a:r>
              <a:rPr lang="en-IN" dirty="0" err="1" smtClean="0"/>
              <a:t>Table_Measure</a:t>
            </a:r>
            <a:r>
              <a:rPr lang="en-IN" dirty="0" smtClean="0"/>
              <a:t>:</a:t>
            </a:r>
          </a:p>
          <a:p>
            <a:r>
              <a:rPr lang="en-US" dirty="0" err="1"/>
              <a:t>Table_global</a:t>
            </a:r>
            <a:r>
              <a:rPr lang="en-US" dirty="0"/>
              <a:t> = SUMMARIZE('World Happiness Report 2005-2021','World Happiness Report 2005-2021'[Country name],"</a:t>
            </a:r>
            <a:r>
              <a:rPr lang="en-US" dirty="0" err="1"/>
              <a:t>avg</a:t>
            </a:r>
            <a:r>
              <a:rPr lang="en-US" dirty="0"/>
              <a:t> of confidence of </a:t>
            </a:r>
            <a:r>
              <a:rPr lang="en-US" dirty="0" err="1"/>
              <a:t>government",AVERAGE</a:t>
            </a:r>
            <a:r>
              <a:rPr lang="en-US" dirty="0"/>
              <a:t>('World Happiness Report 2005-2021'[Confidence in national government]))</a:t>
            </a:r>
            <a:endParaRPr lang="en-IN" dirty="0"/>
          </a:p>
        </p:txBody>
      </p:sp>
    </p:spTree>
    <p:extLst>
      <p:ext uri="{BB962C8B-B14F-4D97-AF65-F5344CB8AC3E}">
        <p14:creationId xmlns:p14="http://schemas.microsoft.com/office/powerpoint/2010/main" val="379024528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Dashboard </a:t>
            </a:r>
            <a:r>
              <a:rPr lang="en-IN" b="1" dirty="0" smtClean="0"/>
              <a:t>Overview</a:t>
            </a:r>
            <a:endParaRPr lang="en-IN" b="1" dirty="0"/>
          </a:p>
        </p:txBody>
      </p:sp>
      <p:sp>
        <p:nvSpPr>
          <p:cNvPr id="3" name="Content Placeholder 2"/>
          <p:cNvSpPr>
            <a:spLocks noGrp="1"/>
          </p:cNvSpPr>
          <p:nvPr>
            <p:ph sz="half" idx="2"/>
          </p:nvPr>
        </p:nvSpPr>
        <p:spPr>
          <a:xfrm>
            <a:off x="810001" y="2222286"/>
            <a:ext cx="2979484" cy="362651"/>
          </a:xfrm>
        </p:spPr>
        <p:txBody>
          <a:bodyPr>
            <a:normAutofit fontScale="62500" lnSpcReduction="20000"/>
          </a:bodyPr>
          <a:lstStyle/>
          <a:p>
            <a:pPr marL="0" indent="0">
              <a:buNone/>
            </a:pPr>
            <a:r>
              <a:rPr lang="en-IN" dirty="0" smtClean="0"/>
              <a:t>After cleaning the data</a:t>
            </a:r>
            <a:endParaRPr lang="en-IN" dirty="0"/>
          </a:p>
        </p:txBody>
      </p:sp>
      <p:pic>
        <p:nvPicPr>
          <p:cNvPr id="4" name="Picture 3"/>
          <p:cNvPicPr>
            <a:picLocks noChangeAspect="1"/>
          </p:cNvPicPr>
          <p:nvPr/>
        </p:nvPicPr>
        <p:blipFill>
          <a:blip r:embed="rId2"/>
          <a:stretch>
            <a:fillRect/>
          </a:stretch>
        </p:blipFill>
        <p:spPr>
          <a:xfrm>
            <a:off x="729762" y="2784035"/>
            <a:ext cx="10898421" cy="3792612"/>
          </a:xfrm>
          <a:prstGeom prst="rect">
            <a:avLst/>
          </a:prstGeom>
        </p:spPr>
      </p:pic>
    </p:spTree>
    <p:extLst>
      <p:ext uri="{BB962C8B-B14F-4D97-AF65-F5344CB8AC3E}">
        <p14:creationId xmlns:p14="http://schemas.microsoft.com/office/powerpoint/2010/main" val="117610987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DASHBOARD</a:t>
            </a:r>
            <a:endParaRPr lang="en-IN" b="1" dirty="0"/>
          </a:p>
        </p:txBody>
      </p:sp>
      <p:pic>
        <p:nvPicPr>
          <p:cNvPr id="4" name="Content Placeholder 3"/>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0" y="1890347"/>
            <a:ext cx="12192000" cy="4967654"/>
          </a:xfrm>
        </p:spPr>
      </p:pic>
    </p:spTree>
    <p:extLst>
      <p:ext uri="{BB962C8B-B14F-4D97-AF65-F5344CB8AC3E}">
        <p14:creationId xmlns:p14="http://schemas.microsoft.com/office/powerpoint/2010/main" val="342310988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Findings and Insights </a:t>
            </a:r>
            <a:endParaRPr lang="en-IN" b="1" dirty="0"/>
          </a:p>
        </p:txBody>
      </p:sp>
      <p:sp>
        <p:nvSpPr>
          <p:cNvPr id="3" name="Content Placeholder 2"/>
          <p:cNvSpPr>
            <a:spLocks noGrp="1"/>
          </p:cNvSpPr>
          <p:nvPr>
            <p:ph sz="half" idx="2"/>
          </p:nvPr>
        </p:nvSpPr>
        <p:spPr/>
        <p:txBody>
          <a:bodyPr>
            <a:normAutofit fontScale="85000" lnSpcReduction="20000"/>
          </a:bodyPr>
          <a:lstStyle/>
          <a:p>
            <a:r>
              <a:rPr lang="en-IN" dirty="0" smtClean="0"/>
              <a:t>Key findings:</a:t>
            </a:r>
          </a:p>
          <a:p>
            <a:pPr marL="514350" indent="-514350">
              <a:buFont typeface="+mj-lt"/>
              <a:buAutoNum type="arabicPeriod"/>
            </a:pPr>
            <a:r>
              <a:rPr lang="en-IN" dirty="0" smtClean="0"/>
              <a:t>Depression and social isolation</a:t>
            </a:r>
          </a:p>
          <a:p>
            <a:pPr marL="514350" indent="-514350">
              <a:buFont typeface="+mj-lt"/>
              <a:buAutoNum type="arabicPeriod"/>
            </a:pPr>
            <a:r>
              <a:rPr lang="en-IN" dirty="0" smtClean="0"/>
              <a:t>Alcohol consumption and mental health</a:t>
            </a:r>
          </a:p>
          <a:p>
            <a:pPr marL="514350" indent="-514350">
              <a:buFont typeface="+mj-lt"/>
              <a:buAutoNum type="arabicPeriod"/>
            </a:pPr>
            <a:r>
              <a:rPr lang="en-IN" dirty="0" smtClean="0"/>
              <a:t>Happiness rankings and contributing factors</a:t>
            </a:r>
          </a:p>
          <a:p>
            <a:r>
              <a:rPr lang="en-IN" dirty="0" smtClean="0"/>
              <a:t>Insights:</a:t>
            </a:r>
          </a:p>
          <a:p>
            <a:pPr marL="514350" indent="-514350">
              <a:buFont typeface="+mj-lt"/>
              <a:buAutoNum type="arabicPeriod"/>
            </a:pPr>
            <a:r>
              <a:rPr lang="en-IN" dirty="0" smtClean="0"/>
              <a:t>Social connections enhance well-being</a:t>
            </a:r>
          </a:p>
          <a:p>
            <a:pPr marL="514350" indent="-514350">
              <a:buFont typeface="+mj-lt"/>
              <a:buAutoNum type="arabicPeriod"/>
            </a:pPr>
            <a:r>
              <a:rPr lang="en-IN" dirty="0" smtClean="0"/>
              <a:t>Alcohol’s complexity</a:t>
            </a:r>
          </a:p>
          <a:p>
            <a:pPr marL="514350" indent="-514350">
              <a:buFont typeface="+mj-lt"/>
              <a:buAutoNum type="arabicPeriod"/>
            </a:pPr>
            <a:r>
              <a:rPr lang="en-IN" dirty="0" smtClean="0"/>
              <a:t>Youth vulnerability</a:t>
            </a:r>
            <a:endParaRPr lang="en-IN" dirty="0"/>
          </a:p>
        </p:txBody>
      </p:sp>
    </p:spTree>
    <p:extLst>
      <p:ext uri="{BB962C8B-B14F-4D97-AF65-F5344CB8AC3E}">
        <p14:creationId xmlns:p14="http://schemas.microsoft.com/office/powerpoint/2010/main" val="1586215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t>conclusion</a:t>
            </a:r>
            <a:endParaRPr lang="en-IN" b="1" dirty="0"/>
          </a:p>
        </p:txBody>
      </p:sp>
      <p:sp>
        <p:nvSpPr>
          <p:cNvPr id="3" name="Content Placeholder 2"/>
          <p:cNvSpPr>
            <a:spLocks noGrp="1"/>
          </p:cNvSpPr>
          <p:nvPr>
            <p:ph sz="half" idx="2"/>
          </p:nvPr>
        </p:nvSpPr>
        <p:spPr/>
        <p:txBody>
          <a:bodyPr>
            <a:normAutofit fontScale="92500" lnSpcReduction="20000"/>
          </a:bodyPr>
          <a:lstStyle/>
          <a:p>
            <a:r>
              <a:rPr lang="en-US" dirty="0"/>
              <a:t>global health datasets reveals intricate relationships between depression, alcohol consumption, and happiness</a:t>
            </a:r>
            <a:r>
              <a:rPr lang="en-US" dirty="0" smtClean="0"/>
              <a:t>.</a:t>
            </a:r>
          </a:p>
          <a:p>
            <a:r>
              <a:rPr lang="en-US" dirty="0" smtClean="0"/>
              <a:t> </a:t>
            </a:r>
            <a:r>
              <a:rPr lang="en-US" dirty="0"/>
              <a:t>While higher alcohol consumption correlates with increased happiness scores in some countries, it also aligns with rising mental health disorders, highlighting the complexity of these interdependencies</a:t>
            </a:r>
            <a:r>
              <a:rPr lang="en-US" dirty="0" smtClean="0"/>
              <a:t>.</a:t>
            </a:r>
          </a:p>
          <a:p>
            <a:r>
              <a:rPr lang="en-US" dirty="0" smtClean="0"/>
              <a:t> </a:t>
            </a:r>
            <a:r>
              <a:rPr lang="en-US" dirty="0"/>
              <a:t>Socio-economic and cultural factors further influence these dynamics, underscoring the need for comprehensive, multi-faceted approaches in public health strategies to address mental well-being and societal happiness. </a:t>
            </a:r>
            <a:endParaRPr lang="en-IN" dirty="0"/>
          </a:p>
        </p:txBody>
      </p:sp>
    </p:spTree>
    <p:extLst>
      <p:ext uri="{BB962C8B-B14F-4D97-AF65-F5344CB8AC3E}">
        <p14:creationId xmlns:p14="http://schemas.microsoft.com/office/powerpoint/2010/main" val="9395730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Quotable">
  <a:themeElements>
    <a:clrScheme name="Default">
      <a:dk1>
        <a:srgbClr val="000000"/>
      </a:dk1>
      <a:lt1>
        <a:sysClr val="window" lastClr="FFFFFF"/>
      </a:lt1>
      <a:dk2>
        <a:srgbClr val="3F3F3F"/>
      </a:dk2>
      <a:lt2>
        <a:srgbClr val="E7E6E6"/>
      </a:lt2>
      <a:accent1>
        <a:srgbClr val="700000"/>
      </a:accent1>
      <a:accent2>
        <a:srgbClr val="ED7D31"/>
      </a:accent2>
      <a:accent3>
        <a:srgbClr val="A5A5A5"/>
      </a:accent3>
      <a:accent4>
        <a:srgbClr val="FFC000"/>
      </a:accent4>
      <a:accent5>
        <a:srgbClr val="700000"/>
      </a:accent5>
      <a:accent6>
        <a:srgbClr val="978869"/>
      </a:accent6>
      <a:hlink>
        <a:srgbClr val="FFC000"/>
      </a:hlink>
      <a:folHlink>
        <a:srgbClr val="7F7F7F"/>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Quotable">
      <a:fillStyleLst>
        <a:solidFill>
          <a:schemeClr val="phClr"/>
        </a:solidFill>
        <a:gradFill rotWithShape="1">
          <a:gsLst>
            <a:gs pos="0">
              <a:schemeClr val="phClr">
                <a:tint val="80000"/>
                <a:lumMod val="105000"/>
              </a:schemeClr>
            </a:gs>
            <a:gs pos="100000">
              <a:schemeClr val="phClr">
                <a:tint val="90000"/>
              </a:schemeClr>
            </a:gs>
          </a:gsLst>
          <a:lin ang="5400000" scaled="0"/>
        </a:gradFill>
        <a:blipFill rotWithShape="1">
          <a:blip xmlns:r="http://schemas.openxmlformats.org/officeDocument/2006/relationships" r:embed="rId1">
            <a:duotone>
              <a:schemeClr val="phClr">
                <a:tint val="98000"/>
                <a:lumMod val="102000"/>
              </a:schemeClr>
              <a:schemeClr val="phClr">
                <a:shade val="98000"/>
                <a:lumMod val="98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effectStyle>
        <a:effectStyle>
          <a:effectLst>
            <a:innerShdw blurRad="63500" dist="25400" dir="13500000">
              <a:srgbClr val="000000">
                <a:alpha val="75000"/>
              </a:srgbClr>
            </a:innerShdw>
          </a:effectLst>
        </a:effectStyle>
      </a:effectStyleLst>
      <a:bgFillStyleLst>
        <a:solidFill>
          <a:schemeClr val="phClr"/>
        </a:solidFill>
        <a:gradFill rotWithShape="1">
          <a:gsLst>
            <a:gs pos="0">
              <a:schemeClr val="phClr">
                <a:tint val="100000"/>
              </a:schemeClr>
            </a:gs>
            <a:gs pos="100000">
              <a:schemeClr val="phClr">
                <a:tint val="84000"/>
                <a:shade val="84000"/>
                <a:lumMod val="90000"/>
              </a:schemeClr>
            </a:gs>
          </a:gsLst>
          <a:lin ang="5400000" scaled="0"/>
        </a:gradFill>
        <a:gradFill rotWithShape="1">
          <a:gsLst>
            <a:gs pos="0">
              <a:schemeClr val="phClr">
                <a:tint val="84000"/>
                <a:shade val="90000"/>
                <a:satMod val="120000"/>
                <a:lumMod val="90000"/>
              </a:schemeClr>
            </a:gs>
            <a:gs pos="100000">
              <a:schemeClr val="phClr"/>
            </a:gs>
          </a:gsLst>
          <a:lin ang="5400000" scaled="0"/>
        </a:gradFill>
      </a:bgFillStyleLst>
    </a:fmtScheme>
  </a:themeElements>
  <a:objectDefaults/>
  <a:extraClrSchemeLst/>
  <a:extLst>
    <a:ext uri="{05A4C25C-085E-4340-85A3-A5531E510DB2}">
      <thm15:themeFamily xmlns:thm15="http://schemas.microsoft.com/office/thememl/2012/main" name="TF45182065_Persuasive speech outline_RVA_v3" id="{9991F312-7BAB-436D-8583-A5078171179B}" vid="{06C31F6F-9DBF-4ED0-83AC-3AFD01C902A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2D07FD5-8A16-4741-957C-8B91E43CA46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1E580CA-3EBF-40A1-848D-12B3B18BB82E}">
  <ds:schemaRefs>
    <ds:schemaRef ds:uri="http://schemas.openxmlformats.org/package/2006/metadata/core-properties"/>
    <ds:schemaRef ds:uri="16c05727-aa75-4e4a-9b5f-8a80a1165891"/>
    <ds:schemaRef ds:uri="http://purl.org/dc/dcmitype/"/>
    <ds:schemaRef ds:uri="http://schemas.microsoft.com/office/infopath/2007/PartnerControls"/>
    <ds:schemaRef ds:uri="http://purl.org/dc/elements/1.1/"/>
    <ds:schemaRef ds:uri="http://schemas.microsoft.com/office/2006/metadata/properties"/>
    <ds:schemaRef ds:uri="http://schemas.microsoft.com/office/2006/documentManagement/types"/>
    <ds:schemaRef ds:uri="http://purl.org/dc/terms/"/>
    <ds:schemaRef ds:uri="71af3243-3dd4-4a8d-8c0d-dd76da1f02a5"/>
    <ds:schemaRef ds:uri="http://www.w3.org/XML/1998/namespace"/>
  </ds:schemaRefs>
</ds:datastoreItem>
</file>

<file path=customXml/itemProps3.xml><?xml version="1.0" encoding="utf-8"?>
<ds:datastoreItem xmlns:ds="http://schemas.openxmlformats.org/officeDocument/2006/customXml" ds:itemID="{99A0FB75-2DC0-41F8-9602-F83475C3A4C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Persuasive speech outline </Template>
  <TotalTime>0</TotalTime>
  <Words>717</Words>
  <Application>Microsoft Office PowerPoint</Application>
  <PresentationFormat>Widescreen</PresentationFormat>
  <Paragraphs>65</Paragraphs>
  <Slides>9</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Calibri</vt:lpstr>
      <vt:lpstr>Century Gothic</vt:lpstr>
      <vt:lpstr>Tahoma</vt:lpstr>
      <vt:lpstr>Wingdings 2</vt:lpstr>
      <vt:lpstr>Quotable</vt:lpstr>
      <vt:lpstr>[Power BI Project – Data  Analysis and Visualization]</vt:lpstr>
      <vt:lpstr>Brief Intro and Dataset Overview</vt:lpstr>
      <vt:lpstr>Data cleaning Process</vt:lpstr>
      <vt:lpstr>DAX Functions Used</vt:lpstr>
      <vt:lpstr>DAX Measures and its formula</vt:lpstr>
      <vt:lpstr>Dashboard Overview</vt:lpstr>
      <vt:lpstr>DASHBOARD</vt:lpstr>
      <vt:lpstr>Findings and Insights </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2025-06-06T01:30:09Z</dcterms:created>
  <dcterms:modified xsi:type="dcterms:W3CDTF">2025-06-15T11:09:19Z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